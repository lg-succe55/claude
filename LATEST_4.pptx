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2" r:id="rId6"/>
    <p:sldId id="263" r:id="rId7"/>
    <p:sldId id="285" r:id="rId8"/>
    <p:sldId id="286" r:id="rId9"/>
    <p:sldId id="265" r:id="rId10"/>
    <p:sldId id="266" r:id="rId11"/>
    <p:sldId id="287" r:id="rId36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8" r:id="rId37"/>
    <p:sldId id="283" r:id="rId27"/>
    <p:sldId id="284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FF1F"/>
    <a:srgbClr val="91B916"/>
    <a:srgbClr val="354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37312E-8453-4A7E-89B5-F6D0CA0378A6}" v="227" dt="2026-06-10T14:01:46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7419" autoAdjust="0"/>
  </p:normalViewPr>
  <p:slideViewPr>
    <p:cSldViewPr snapToGrid="0" snapToObjects="1">
      <p:cViewPr varScale="1">
        <p:scale>
          <a:sx n="154" d="100"/>
          <a:sy n="154" d="100"/>
        </p:scale>
        <p:origin x="27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Relationship Id="rId36" Type="http://schemas.openxmlformats.org/officeDocument/2006/relationships/slide" Target="slides/slide28.xml"/><Relationship Id="rId37" Type="http://schemas.openxmlformats.org/officeDocument/2006/relationships/slide" Target="slides/slide2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 GASEVSKI" userId="ff7f85ac-9c79-4788-960f-c7c9967227bb" providerId="ADAL" clId="{89EBAA7D-8B29-419A-8176-6FE71566CD7E}"/>
    <pc:docChg chg="undo custSel addSld delSld modSld">
      <pc:chgData name="LOU GASEVSKI" userId="ff7f85ac-9c79-4788-960f-c7c9967227bb" providerId="ADAL" clId="{89EBAA7D-8B29-419A-8176-6FE71566CD7E}" dt="2026-06-10T20:28:42.772" v="2322" actId="14100"/>
      <pc:docMkLst>
        <pc:docMk/>
      </pc:docMkLst>
      <pc:sldChg chg="addSp delSp modSp mod">
        <pc:chgData name="LOU GASEVSKI" userId="ff7f85ac-9c79-4788-960f-c7c9967227bb" providerId="ADAL" clId="{89EBAA7D-8B29-419A-8176-6FE71566CD7E}" dt="2026-06-10T12:31:19.666" v="960" actId="114"/>
        <pc:sldMkLst>
          <pc:docMk/>
          <pc:sldMk cId="0" sldId="256"/>
        </pc:sldMkLst>
        <pc:spChg chg="del">
          <ac:chgData name="LOU GASEVSKI" userId="ff7f85ac-9c79-4788-960f-c7c9967227bb" providerId="ADAL" clId="{89EBAA7D-8B29-419A-8176-6FE71566CD7E}" dt="2026-06-09T20:46:11.506" v="5" actId="478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LOU GASEVSKI" userId="ff7f85ac-9c79-4788-960f-c7c9967227bb" providerId="ADAL" clId="{89EBAA7D-8B29-419A-8176-6FE71566CD7E}" dt="2026-06-10T12:30:57.769" v="957" actId="1076"/>
          <ac:spMkLst>
            <pc:docMk/>
            <pc:sldMk cId="0" sldId="256"/>
            <ac:spMk id="2" creationId="{FEC156AF-37AE-743A-FF63-BF0C1F5D2E45}"/>
          </ac:spMkLst>
        </pc:spChg>
        <pc:spChg chg="del">
          <ac:chgData name="LOU GASEVSKI" userId="ff7f85ac-9c79-4788-960f-c7c9967227bb" providerId="ADAL" clId="{89EBAA7D-8B29-419A-8176-6FE71566CD7E}" dt="2026-06-09T20:46:11.506" v="5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0:46:11.506" v="5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0:46:11.506" v="5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0:46:11.506" v="5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0:46:11.506" v="5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0:46:11.506" v="5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0:46:11.506" v="5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0:46:11.506" v="5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0:46:11.506" v="5" actId="478"/>
          <ac:spMkLst>
            <pc:docMk/>
            <pc:sldMk cId="0" sldId="256"/>
            <ac:spMk id="18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0:51.251" v="955" actId="20577"/>
          <ac:spMkLst>
            <pc:docMk/>
            <pc:sldMk cId="0" sldId="256"/>
            <ac:spMk id="20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1:13.896" v="959" actId="114"/>
          <ac:spMkLst>
            <pc:docMk/>
            <pc:sldMk cId="0" sldId="256"/>
            <ac:spMk id="21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1:19.666" v="960" actId="114"/>
          <ac:spMkLst>
            <pc:docMk/>
            <pc:sldMk cId="0" sldId="256"/>
            <ac:spMk id="22" creationId="{00000000-0000-0000-0000-000000000000}"/>
          </ac:spMkLst>
        </pc:spChg>
      </pc:sldChg>
      <pc:sldChg chg="addSp modSp mod modAnim">
        <pc:chgData name="LOU GASEVSKI" userId="ff7f85ac-9c79-4788-960f-c7c9967227bb" providerId="ADAL" clId="{89EBAA7D-8B29-419A-8176-6FE71566CD7E}" dt="2026-06-10T13:20:22.747" v="1960" actId="114"/>
        <pc:sldMkLst>
          <pc:docMk/>
          <pc:sldMk cId="0" sldId="257"/>
        </pc:sldMkLst>
        <pc:spChg chg="mod">
          <ac:chgData name="LOU GASEVSKI" userId="ff7f85ac-9c79-4788-960f-c7c9967227bb" providerId="ADAL" clId="{89EBAA7D-8B29-419A-8176-6FE71566CD7E}" dt="2026-06-10T12:31:44.891" v="962" actId="114"/>
          <ac:spMkLst>
            <pc:docMk/>
            <pc:sldMk cId="0" sldId="257"/>
            <ac:spMk id="3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32:35.327" v="378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12:17.978" v="1893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2:07.241" v="969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3:04.428" v="974" actId="164"/>
          <ac:spMkLst>
            <pc:docMk/>
            <pc:sldMk cId="0" sldId="257"/>
            <ac:spMk id="7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13:41.873" v="1905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16:58.424" v="1952" actId="11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3:04.428" v="974" actId="164"/>
          <ac:spMkLst>
            <pc:docMk/>
            <pc:sldMk cId="0" sldId="257"/>
            <ac:spMk id="11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12:17.978" v="1893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13:41.873" v="1905" actId="1410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16:58.424" v="1952" actId="113"/>
          <ac:spMkLst>
            <pc:docMk/>
            <pc:sldMk cId="0" sldId="257"/>
            <ac:spMk id="14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3:04.428" v="974" actId="164"/>
          <ac:spMkLst>
            <pc:docMk/>
            <pc:sldMk cId="0" sldId="257"/>
            <ac:spMk id="15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3:58.724" v="983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13:41.873" v="1905" actId="1410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16:58.424" v="1952" actId="113"/>
          <ac:spMkLst>
            <pc:docMk/>
            <pc:sldMk cId="0" sldId="257"/>
            <ac:spMk id="18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3:04.428" v="974" actId="164"/>
          <ac:spMkLst>
            <pc:docMk/>
            <pc:sldMk cId="0" sldId="257"/>
            <ac:spMk id="19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12:17.978" v="1893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13:41.873" v="1905" actId="14100"/>
          <ac:spMkLst>
            <pc:docMk/>
            <pc:sldMk cId="0" sldId="257"/>
            <ac:spMk id="21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16:58.424" v="1952" actId="113"/>
          <ac:spMkLst>
            <pc:docMk/>
            <pc:sldMk cId="0" sldId="257"/>
            <ac:spMk id="22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3:04.428" v="974" actId="164"/>
          <ac:spMkLst>
            <pc:docMk/>
            <pc:sldMk cId="0" sldId="257"/>
            <ac:spMk id="23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13:41.873" v="1905" actId="14100"/>
          <ac:spMkLst>
            <pc:docMk/>
            <pc:sldMk cId="0" sldId="257"/>
            <ac:spMk id="25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16:58.424" v="1952" actId="113"/>
          <ac:spMkLst>
            <pc:docMk/>
            <pc:sldMk cId="0" sldId="257"/>
            <ac:spMk id="26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13:46.085" v="1906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13:46.085" v="1906" actId="107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17:11.856" v="1955" actId="1076"/>
          <ac:spMkLst>
            <pc:docMk/>
            <pc:sldMk cId="0" sldId="257"/>
            <ac:spMk id="30" creationId="{D03F4680-350C-247D-4593-43A5EFFD6979}"/>
          </ac:spMkLst>
        </pc:spChg>
        <pc:spChg chg="mod">
          <ac:chgData name="LOU GASEVSKI" userId="ff7f85ac-9c79-4788-960f-c7c9967227bb" providerId="ADAL" clId="{89EBAA7D-8B29-419A-8176-6FE71566CD7E}" dt="2026-06-10T13:14:38.650" v="1916" actId="164"/>
          <ac:spMkLst>
            <pc:docMk/>
            <pc:sldMk cId="0" sldId="257"/>
            <ac:spMk id="31" creationId="{E824E928-4AD7-EE25-1B61-C2AE7CCA31D3}"/>
          </ac:spMkLst>
        </pc:spChg>
        <pc:spChg chg="add mod">
          <ac:chgData name="LOU GASEVSKI" userId="ff7f85ac-9c79-4788-960f-c7c9967227bb" providerId="ADAL" clId="{89EBAA7D-8B29-419A-8176-6FE71566CD7E}" dt="2026-06-10T13:17:11.856" v="1955" actId="1076"/>
          <ac:spMkLst>
            <pc:docMk/>
            <pc:sldMk cId="0" sldId="257"/>
            <ac:spMk id="32" creationId="{64FF107A-C05C-75E7-8B86-12784DC842E2}"/>
          </ac:spMkLst>
        </pc:spChg>
        <pc:spChg chg="add mod">
          <ac:chgData name="LOU GASEVSKI" userId="ff7f85ac-9c79-4788-960f-c7c9967227bb" providerId="ADAL" clId="{89EBAA7D-8B29-419A-8176-6FE71566CD7E}" dt="2026-06-10T13:16:32.686" v="1947" actId="1076"/>
          <ac:spMkLst>
            <pc:docMk/>
            <pc:sldMk cId="0" sldId="257"/>
            <ac:spMk id="33" creationId="{3137348C-E86E-9065-DD9C-F8CDC13775CE}"/>
          </ac:spMkLst>
        </pc:spChg>
        <pc:spChg chg="add mod">
          <ac:chgData name="LOU GASEVSKI" userId="ff7f85ac-9c79-4788-960f-c7c9967227bb" providerId="ADAL" clId="{89EBAA7D-8B29-419A-8176-6FE71566CD7E}" dt="2026-06-10T13:14:38.650" v="1916" actId="164"/>
          <ac:spMkLst>
            <pc:docMk/>
            <pc:sldMk cId="0" sldId="257"/>
            <ac:spMk id="34" creationId="{45558070-CB5A-8D2A-E151-373CFD080B46}"/>
          </ac:spMkLst>
        </pc:spChg>
        <pc:spChg chg="mod">
          <ac:chgData name="LOU GASEVSKI" userId="ff7f85ac-9c79-4788-960f-c7c9967227bb" providerId="ADAL" clId="{89EBAA7D-8B29-419A-8176-6FE71566CD7E}" dt="2026-06-10T13:17:11.856" v="1955" actId="1076"/>
          <ac:spMkLst>
            <pc:docMk/>
            <pc:sldMk cId="0" sldId="257"/>
            <ac:spMk id="35" creationId="{6D31C481-3A41-ED98-9D29-A37AC0375682}"/>
          </ac:spMkLst>
        </pc:spChg>
        <pc:spChg chg="mod">
          <ac:chgData name="LOU GASEVSKI" userId="ff7f85ac-9c79-4788-960f-c7c9967227bb" providerId="ADAL" clId="{89EBAA7D-8B29-419A-8176-6FE71566CD7E}" dt="2026-06-10T13:17:11.856" v="1955" actId="1076"/>
          <ac:spMkLst>
            <pc:docMk/>
            <pc:sldMk cId="0" sldId="257"/>
            <ac:spMk id="36" creationId="{AA4E5A3C-5188-8D7A-7943-B1BA3E578C40}"/>
          </ac:spMkLst>
        </pc:spChg>
        <pc:spChg chg="add mod">
          <ac:chgData name="LOU GASEVSKI" userId="ff7f85ac-9c79-4788-960f-c7c9967227bb" providerId="ADAL" clId="{89EBAA7D-8B29-419A-8176-6FE71566CD7E}" dt="2026-06-10T13:14:38.650" v="1916" actId="164"/>
          <ac:spMkLst>
            <pc:docMk/>
            <pc:sldMk cId="0" sldId="257"/>
            <ac:spMk id="37" creationId="{41C755EF-39FB-652C-5C2F-DB7E8179B55A}"/>
          </ac:spMkLst>
        </pc:spChg>
        <pc:spChg chg="add mod">
          <ac:chgData name="LOU GASEVSKI" userId="ff7f85ac-9c79-4788-960f-c7c9967227bb" providerId="ADAL" clId="{89EBAA7D-8B29-419A-8176-6FE71566CD7E}" dt="2026-06-10T13:17:11.856" v="1955" actId="1076"/>
          <ac:spMkLst>
            <pc:docMk/>
            <pc:sldMk cId="0" sldId="257"/>
            <ac:spMk id="38" creationId="{828C576A-2573-8902-B4D4-F52AF195E49E}"/>
          </ac:spMkLst>
        </pc:spChg>
        <pc:spChg chg="add mod">
          <ac:chgData name="LOU GASEVSKI" userId="ff7f85ac-9c79-4788-960f-c7c9967227bb" providerId="ADAL" clId="{89EBAA7D-8B29-419A-8176-6FE71566CD7E}" dt="2026-06-10T13:17:11.856" v="1955" actId="1076"/>
          <ac:spMkLst>
            <pc:docMk/>
            <pc:sldMk cId="0" sldId="257"/>
            <ac:spMk id="39" creationId="{66C1F404-F910-9F05-6CB5-2FB14DA48300}"/>
          </ac:spMkLst>
        </pc:spChg>
        <pc:spChg chg="add mod">
          <ac:chgData name="LOU GASEVSKI" userId="ff7f85ac-9c79-4788-960f-c7c9967227bb" providerId="ADAL" clId="{89EBAA7D-8B29-419A-8176-6FE71566CD7E}" dt="2026-06-10T13:14:38.650" v="1916" actId="164"/>
          <ac:spMkLst>
            <pc:docMk/>
            <pc:sldMk cId="0" sldId="257"/>
            <ac:spMk id="40" creationId="{9A780F56-FFF7-8630-31A7-43173E8BB739}"/>
          </ac:spMkLst>
        </pc:spChg>
        <pc:spChg chg="mod">
          <ac:chgData name="LOU GASEVSKI" userId="ff7f85ac-9c79-4788-960f-c7c9967227bb" providerId="ADAL" clId="{89EBAA7D-8B29-419A-8176-6FE71566CD7E}" dt="2026-06-10T13:17:11.856" v="1955" actId="1076"/>
          <ac:spMkLst>
            <pc:docMk/>
            <pc:sldMk cId="0" sldId="257"/>
            <ac:spMk id="41" creationId="{7E502095-60DC-B8DD-E2F7-CD8478A54AAD}"/>
          </ac:spMkLst>
        </pc:spChg>
        <pc:spChg chg="mod">
          <ac:chgData name="LOU GASEVSKI" userId="ff7f85ac-9c79-4788-960f-c7c9967227bb" providerId="ADAL" clId="{89EBAA7D-8B29-419A-8176-6FE71566CD7E}" dt="2026-06-10T13:17:11.856" v="1955" actId="1076"/>
          <ac:spMkLst>
            <pc:docMk/>
            <pc:sldMk cId="0" sldId="257"/>
            <ac:spMk id="42" creationId="{00B54273-71A6-84AF-8DC4-04C5BF810BD4}"/>
          </ac:spMkLst>
        </pc:spChg>
        <pc:spChg chg="add mod">
          <ac:chgData name="LOU GASEVSKI" userId="ff7f85ac-9c79-4788-960f-c7c9967227bb" providerId="ADAL" clId="{89EBAA7D-8B29-419A-8176-6FE71566CD7E}" dt="2026-06-10T13:14:38.650" v="1916" actId="164"/>
          <ac:spMkLst>
            <pc:docMk/>
            <pc:sldMk cId="0" sldId="257"/>
            <ac:spMk id="43" creationId="{1619AF73-9A73-B135-1336-D0802F93AEBE}"/>
          </ac:spMkLst>
        </pc:spChg>
        <pc:spChg chg="add mod">
          <ac:chgData name="LOU GASEVSKI" userId="ff7f85ac-9c79-4788-960f-c7c9967227bb" providerId="ADAL" clId="{89EBAA7D-8B29-419A-8176-6FE71566CD7E}" dt="2026-06-10T13:17:11.856" v="1955" actId="1076"/>
          <ac:spMkLst>
            <pc:docMk/>
            <pc:sldMk cId="0" sldId="257"/>
            <ac:spMk id="44" creationId="{FD6222A6-94B7-E80B-D9C1-B89B32299EDC}"/>
          </ac:spMkLst>
        </pc:spChg>
        <pc:spChg chg="add mod">
          <ac:chgData name="LOU GASEVSKI" userId="ff7f85ac-9c79-4788-960f-c7c9967227bb" providerId="ADAL" clId="{89EBAA7D-8B29-419A-8176-6FE71566CD7E}" dt="2026-06-10T13:17:11.856" v="1955" actId="1076"/>
          <ac:spMkLst>
            <pc:docMk/>
            <pc:sldMk cId="0" sldId="257"/>
            <ac:spMk id="45" creationId="{096ACB5C-F69F-5540-6F2D-38419BEC4E78}"/>
          </ac:spMkLst>
        </pc:spChg>
        <pc:spChg chg="mod">
          <ac:chgData name="LOU GASEVSKI" userId="ff7f85ac-9c79-4788-960f-c7c9967227bb" providerId="ADAL" clId="{89EBAA7D-8B29-419A-8176-6FE71566CD7E}" dt="2026-06-10T13:20:22.747" v="1960" actId="114"/>
          <ac:spMkLst>
            <pc:docMk/>
            <pc:sldMk cId="0" sldId="257"/>
            <ac:spMk id="46" creationId="{F65992D8-1997-086B-FF68-0C06B3AB38FA}"/>
          </ac:spMkLst>
        </pc:spChg>
        <pc:grpChg chg="add mod">
          <ac:chgData name="LOU GASEVSKI" userId="ff7f85ac-9c79-4788-960f-c7c9967227bb" providerId="ADAL" clId="{89EBAA7D-8B29-419A-8176-6FE71566CD7E}" dt="2026-06-10T12:33:04.428" v="974" actId="164"/>
          <ac:grpSpMkLst>
            <pc:docMk/>
            <pc:sldMk cId="0" sldId="257"/>
            <ac:grpSpMk id="29" creationId="{C0086740-7F39-FF96-4D57-EB208B4AB1D0}"/>
          </ac:grpSpMkLst>
        </pc:grpChg>
        <pc:grpChg chg="add mod ord">
          <ac:chgData name="LOU GASEVSKI" userId="ff7f85ac-9c79-4788-960f-c7c9967227bb" providerId="ADAL" clId="{89EBAA7D-8B29-419A-8176-6FE71566CD7E}" dt="2026-06-10T13:14:58.953" v="1920" actId="14100"/>
          <ac:grpSpMkLst>
            <pc:docMk/>
            <pc:sldMk cId="0" sldId="257"/>
            <ac:grpSpMk id="47" creationId="{D31FBF9B-7855-9674-6951-97E77692603A}"/>
          </ac:grpSpMkLst>
        </pc:grpChg>
      </pc:sldChg>
      <pc:sldChg chg="modSp mod">
        <pc:chgData name="LOU GASEVSKI" userId="ff7f85ac-9c79-4788-960f-c7c9967227bb" providerId="ADAL" clId="{89EBAA7D-8B29-419A-8176-6FE71566CD7E}" dt="2026-06-10T12:34:47.072" v="994" actId="1076"/>
        <pc:sldMkLst>
          <pc:docMk/>
          <pc:sldMk cId="0" sldId="258"/>
        </pc:sldMkLst>
        <pc:spChg chg="mod">
          <ac:chgData name="LOU GASEVSKI" userId="ff7f85ac-9c79-4788-960f-c7c9967227bb" providerId="ADAL" clId="{89EBAA7D-8B29-419A-8176-6FE71566CD7E}" dt="2026-06-10T12:34:40.494" v="993" actId="114"/>
          <ac:spMkLst>
            <pc:docMk/>
            <pc:sldMk cId="0" sldId="258"/>
            <ac:spMk id="3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4:47.072" v="994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4:47.072" v="994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4:47.072" v="994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4:47.072" v="994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4:47.072" v="994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4:47.072" v="994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4:47.072" v="994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4:47.072" v="994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4:47.072" v="994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4:47.072" v="994" actId="1076"/>
          <ac:spMkLst>
            <pc:docMk/>
            <pc:sldMk cId="0" sldId="258"/>
            <ac:spMk id="30" creationId="{50ED45CD-27A1-B7AA-A761-49EF57A7C09C}"/>
          </ac:spMkLst>
        </pc:spChg>
      </pc:sldChg>
      <pc:sldChg chg="addSp delSp modSp mod modNotesTx">
        <pc:chgData name="LOU GASEVSKI" userId="ff7f85ac-9c79-4788-960f-c7c9967227bb" providerId="ADAL" clId="{89EBAA7D-8B29-419A-8176-6FE71566CD7E}" dt="2026-06-10T14:13:39.900" v="2321" actId="1076"/>
        <pc:sldMkLst>
          <pc:docMk/>
          <pc:sldMk cId="0" sldId="259"/>
        </pc:sldMkLst>
        <pc:spChg chg="mod">
          <ac:chgData name="LOU GASEVSKI" userId="ff7f85ac-9c79-4788-960f-c7c9967227bb" providerId="ADAL" clId="{89EBAA7D-8B29-419A-8176-6FE71566CD7E}" dt="2026-06-10T13:25:50.443" v="2052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52:47.109" v="1298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34:43.324" v="2195" actId="1076"/>
          <ac:spMkLst>
            <pc:docMk/>
            <pc:sldMk cId="0" sldId="259"/>
            <ac:spMk id="5" creationId="{00000000-0000-0000-0000-000000000000}"/>
          </ac:spMkLst>
        </pc:spChg>
        <pc:spChg chg="mod ord">
          <ac:chgData name="LOU GASEVSKI" userId="ff7f85ac-9c79-4788-960f-c7c9967227bb" providerId="ADAL" clId="{89EBAA7D-8B29-419A-8176-6FE71566CD7E}" dt="2026-06-10T12:55:28.713" v="1381" actId="571"/>
          <ac:spMkLst>
            <pc:docMk/>
            <pc:sldMk cId="0" sldId="259"/>
            <ac:spMk id="6" creationId="{00000000-0000-0000-0000-000000000000}"/>
          </ac:spMkLst>
        </pc:spChg>
        <pc:spChg chg="mod topLvl">
          <ac:chgData name="LOU GASEVSKI" userId="ff7f85ac-9c79-4788-960f-c7c9967227bb" providerId="ADAL" clId="{89EBAA7D-8B29-419A-8176-6FE71566CD7E}" dt="2026-06-10T12:57:14.412" v="1524" actId="165"/>
          <ac:spMkLst>
            <pc:docMk/>
            <pc:sldMk cId="0" sldId="259"/>
            <ac:spMk id="7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34:43.324" v="2195" actId="1076"/>
          <ac:spMkLst>
            <pc:docMk/>
            <pc:sldMk cId="0" sldId="259"/>
            <ac:spMk id="8" creationId="{00000000-0000-0000-0000-000000000000}"/>
          </ac:spMkLst>
        </pc:spChg>
        <pc:spChg chg="mod topLvl">
          <ac:chgData name="LOU GASEVSKI" userId="ff7f85ac-9c79-4788-960f-c7c9967227bb" providerId="ADAL" clId="{89EBAA7D-8B29-419A-8176-6FE71566CD7E}" dt="2026-06-10T13:34:43.324" v="2195" actId="1076"/>
          <ac:spMkLst>
            <pc:docMk/>
            <pc:sldMk cId="0" sldId="259"/>
            <ac:spMk id="9" creationId="{00000000-0000-0000-0000-000000000000}"/>
          </ac:spMkLst>
        </pc:spChg>
        <pc:spChg chg="mod topLvl">
          <ac:chgData name="LOU GASEVSKI" userId="ff7f85ac-9c79-4788-960f-c7c9967227bb" providerId="ADAL" clId="{89EBAA7D-8B29-419A-8176-6FE71566CD7E}" dt="2026-06-10T12:57:14.412" v="1524" actId="165"/>
          <ac:spMkLst>
            <pc:docMk/>
            <pc:sldMk cId="0" sldId="259"/>
            <ac:spMk id="10" creationId="{00000000-0000-0000-0000-000000000000}"/>
          </ac:spMkLst>
        </pc:spChg>
        <pc:spChg chg="mod topLvl">
          <ac:chgData name="LOU GASEVSKI" userId="ff7f85ac-9c79-4788-960f-c7c9967227bb" providerId="ADAL" clId="{89EBAA7D-8B29-419A-8176-6FE71566CD7E}" dt="2026-06-10T12:57:14.412" v="1524" actId="16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34:43.324" v="2195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34:43.324" v="2195" actId="1076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LOU GASEVSKI" userId="ff7f85ac-9c79-4788-960f-c7c9967227bb" providerId="ADAL" clId="{89EBAA7D-8B29-419A-8176-6FE71566CD7E}" dt="2026-06-10T12:52:03.816" v="1292" actId="478"/>
          <ac:spMkLst>
            <pc:docMk/>
            <pc:sldMk cId="0" sldId="259"/>
            <ac:spMk id="14" creationId="{00000000-0000-0000-0000-000000000000}"/>
          </ac:spMkLst>
        </pc:spChg>
        <pc:spChg chg="add del mod">
          <ac:chgData name="LOU GASEVSKI" userId="ff7f85ac-9c79-4788-960f-c7c9967227bb" providerId="ADAL" clId="{89EBAA7D-8B29-419A-8176-6FE71566CD7E}" dt="2026-06-10T13:30:19.302" v="2083" actId="478"/>
          <ac:spMkLst>
            <pc:docMk/>
            <pc:sldMk cId="0" sldId="259"/>
            <ac:spMk id="14" creationId="{C0DAA071-F7F0-5283-E8A3-7FFC206A082C}"/>
          </ac:spMkLst>
        </pc:spChg>
        <pc:spChg chg="mod topLvl">
          <ac:chgData name="LOU GASEVSKI" userId="ff7f85ac-9c79-4788-960f-c7c9967227bb" providerId="ADAL" clId="{89EBAA7D-8B29-419A-8176-6FE71566CD7E}" dt="2026-06-10T13:34:43.324" v="2195" actId="1076"/>
          <ac:spMkLst>
            <pc:docMk/>
            <pc:sldMk cId="0" sldId="259"/>
            <ac:spMk id="15" creationId="{00000000-0000-0000-0000-000000000000}"/>
          </ac:spMkLst>
        </pc:spChg>
        <pc:spChg chg="mod topLvl">
          <ac:chgData name="LOU GASEVSKI" userId="ff7f85ac-9c79-4788-960f-c7c9967227bb" providerId="ADAL" clId="{89EBAA7D-8B29-419A-8176-6FE71566CD7E}" dt="2026-06-10T12:57:14.412" v="1524" actId="165"/>
          <ac:spMkLst>
            <pc:docMk/>
            <pc:sldMk cId="0" sldId="259"/>
            <ac:spMk id="16" creationId="{00000000-0000-0000-0000-000000000000}"/>
          </ac:spMkLst>
        </pc:spChg>
        <pc:spChg chg="mod topLvl">
          <ac:chgData name="LOU GASEVSKI" userId="ff7f85ac-9c79-4788-960f-c7c9967227bb" providerId="ADAL" clId="{89EBAA7D-8B29-419A-8176-6FE71566CD7E}" dt="2026-06-10T12:57:14.412" v="1524" actId="16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34:43.324" v="2195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55:28.713" v="1381" actId="571"/>
          <ac:spMkLst>
            <pc:docMk/>
            <pc:sldMk cId="0" sldId="259"/>
            <ac:spMk id="19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54:52.021" v="1374" actId="208"/>
          <ac:spMkLst>
            <pc:docMk/>
            <pc:sldMk cId="0" sldId="259"/>
            <ac:spMk id="20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53:14.601" v="1304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34:43.324" v="2195" actId="1076"/>
          <ac:spMkLst>
            <pc:docMk/>
            <pc:sldMk cId="0" sldId="259"/>
            <ac:spMk id="22" creationId="{00000000-0000-0000-0000-000000000000}"/>
          </ac:spMkLst>
        </pc:spChg>
        <pc:spChg chg="del mod">
          <ac:chgData name="LOU GASEVSKI" userId="ff7f85ac-9c79-4788-960f-c7c9967227bb" providerId="ADAL" clId="{89EBAA7D-8B29-419A-8176-6FE71566CD7E}" dt="2026-06-10T13:11:19.788" v="1888" actId="478"/>
          <ac:spMkLst>
            <pc:docMk/>
            <pc:sldMk cId="0" sldId="259"/>
            <ac:spMk id="23" creationId="{00000000-0000-0000-0000-000000000000}"/>
          </ac:spMkLst>
        </pc:spChg>
        <pc:spChg chg="del mod">
          <ac:chgData name="LOU GASEVSKI" userId="ff7f85ac-9c79-4788-960f-c7c9967227bb" providerId="ADAL" clId="{89EBAA7D-8B29-419A-8176-6FE71566CD7E}" dt="2026-06-10T13:11:19.788" v="1888" actId="478"/>
          <ac:spMkLst>
            <pc:docMk/>
            <pc:sldMk cId="0" sldId="259"/>
            <ac:spMk id="24" creationId="{00000000-0000-0000-0000-000000000000}"/>
          </ac:spMkLst>
        </pc:spChg>
        <pc:spChg chg="add del mod">
          <ac:chgData name="LOU GASEVSKI" userId="ff7f85ac-9c79-4788-960f-c7c9967227bb" providerId="ADAL" clId="{89EBAA7D-8B29-419A-8176-6FE71566CD7E}" dt="2026-06-10T13:30:19.302" v="2083" actId="478"/>
          <ac:spMkLst>
            <pc:docMk/>
            <pc:sldMk cId="0" sldId="259"/>
            <ac:spMk id="24" creationId="{0FE39D15-89DB-B9F0-6F41-88951A23748A}"/>
          </ac:spMkLst>
        </pc:spChg>
        <pc:spChg chg="add mod">
          <ac:chgData name="LOU GASEVSKI" userId="ff7f85ac-9c79-4788-960f-c7c9967227bb" providerId="ADAL" clId="{89EBAA7D-8B29-419A-8176-6FE71566CD7E}" dt="2026-06-10T12:48:14.827" v="1186" actId="571"/>
          <ac:spMkLst>
            <pc:docMk/>
            <pc:sldMk cId="0" sldId="259"/>
            <ac:spMk id="25" creationId="{A9698C96-1C4B-51B2-F330-FCD957C55F41}"/>
          </ac:spMkLst>
        </pc:spChg>
        <pc:spChg chg="add mod">
          <ac:chgData name="LOU GASEVSKI" userId="ff7f85ac-9c79-4788-960f-c7c9967227bb" providerId="ADAL" clId="{89EBAA7D-8B29-419A-8176-6FE71566CD7E}" dt="2026-06-10T12:48:14.827" v="1186" actId="571"/>
          <ac:spMkLst>
            <pc:docMk/>
            <pc:sldMk cId="0" sldId="259"/>
            <ac:spMk id="26" creationId="{6895D13B-CEF2-7B7F-17B9-FA14BF190216}"/>
          </ac:spMkLst>
        </pc:spChg>
        <pc:spChg chg="mod">
          <ac:chgData name="LOU GASEVSKI" userId="ff7f85ac-9c79-4788-960f-c7c9967227bb" providerId="ADAL" clId="{89EBAA7D-8B29-419A-8176-6FE71566CD7E}" dt="2026-06-10T13:31:34.889" v="2146" actId="404"/>
          <ac:spMkLst>
            <pc:docMk/>
            <pc:sldMk cId="0" sldId="259"/>
            <ac:spMk id="27" creationId="{BDBC1813-0A68-6B37-56EE-34073668776A}"/>
          </ac:spMkLst>
        </pc:spChg>
        <pc:spChg chg="add mod">
          <ac:chgData name="LOU GASEVSKI" userId="ff7f85ac-9c79-4788-960f-c7c9967227bb" providerId="ADAL" clId="{89EBAA7D-8B29-419A-8176-6FE71566CD7E}" dt="2026-06-10T12:48:14.827" v="1186" actId="571"/>
          <ac:spMkLst>
            <pc:docMk/>
            <pc:sldMk cId="0" sldId="259"/>
            <ac:spMk id="27" creationId="{D0F31157-57BE-980D-CE6B-68BEE54B3E0D}"/>
          </ac:spMkLst>
        </pc:spChg>
        <pc:spChg chg="add mod">
          <ac:chgData name="LOU GASEVSKI" userId="ff7f85ac-9c79-4788-960f-c7c9967227bb" providerId="ADAL" clId="{89EBAA7D-8B29-419A-8176-6FE71566CD7E}" dt="2026-06-10T12:53:17.827" v="1305" actId="1076"/>
          <ac:spMkLst>
            <pc:docMk/>
            <pc:sldMk cId="0" sldId="259"/>
            <ac:spMk id="28" creationId="{1D1F1BF3-727A-85D0-3C25-E0A4DA2200FC}"/>
          </ac:spMkLst>
        </pc:spChg>
        <pc:spChg chg="add mod topLvl">
          <ac:chgData name="LOU GASEVSKI" userId="ff7f85ac-9c79-4788-960f-c7c9967227bb" providerId="ADAL" clId="{89EBAA7D-8B29-419A-8176-6FE71566CD7E}" dt="2026-06-10T12:58:42.626" v="1550" actId="14100"/>
          <ac:spMkLst>
            <pc:docMk/>
            <pc:sldMk cId="0" sldId="259"/>
            <ac:spMk id="29" creationId="{6B709D97-5999-30EB-4FEA-3A92653101CB}"/>
          </ac:spMkLst>
        </pc:spChg>
        <pc:spChg chg="add mod">
          <ac:chgData name="LOU GASEVSKI" userId="ff7f85ac-9c79-4788-960f-c7c9967227bb" providerId="ADAL" clId="{89EBAA7D-8B29-419A-8176-6FE71566CD7E}" dt="2026-06-10T12:59:40.734" v="1582" actId="20577"/>
          <ac:spMkLst>
            <pc:docMk/>
            <pc:sldMk cId="0" sldId="259"/>
            <ac:spMk id="30" creationId="{E9F63D14-3E1B-2F2A-2250-B2744B04C8DE}"/>
          </ac:spMkLst>
        </pc:spChg>
        <pc:spChg chg="add mod topLvl">
          <ac:chgData name="LOU GASEVSKI" userId="ff7f85ac-9c79-4788-960f-c7c9967227bb" providerId="ADAL" clId="{89EBAA7D-8B29-419A-8176-6FE71566CD7E}" dt="2026-06-10T12:58:44.919" v="1555" actId="20577"/>
          <ac:spMkLst>
            <pc:docMk/>
            <pc:sldMk cId="0" sldId="259"/>
            <ac:spMk id="31" creationId="{37956925-23AF-8FC4-4B15-EAA5625F5F70}"/>
          </ac:spMkLst>
        </pc:spChg>
        <pc:spChg chg="add del mod">
          <ac:chgData name="LOU GASEVSKI" userId="ff7f85ac-9c79-4788-960f-c7c9967227bb" providerId="ADAL" clId="{89EBAA7D-8B29-419A-8176-6FE71566CD7E}" dt="2026-06-10T12:52:52.588" v="1299" actId="478"/>
          <ac:spMkLst>
            <pc:docMk/>
            <pc:sldMk cId="0" sldId="259"/>
            <ac:spMk id="32" creationId="{32AA5901-B503-CC8D-99CD-FCAE4F594CB1}"/>
          </ac:spMkLst>
        </pc:spChg>
        <pc:spChg chg="mod">
          <ac:chgData name="LOU GASEVSKI" userId="ff7f85ac-9c79-4788-960f-c7c9967227bb" providerId="ADAL" clId="{89EBAA7D-8B29-419A-8176-6FE71566CD7E}" dt="2026-06-10T13:31:34.889" v="2146" actId="404"/>
          <ac:spMkLst>
            <pc:docMk/>
            <pc:sldMk cId="0" sldId="259"/>
            <ac:spMk id="32" creationId="{710D7297-42E5-AFD0-48E5-0571CFEE37B1}"/>
          </ac:spMkLst>
        </pc:spChg>
        <pc:spChg chg="add del mod">
          <ac:chgData name="LOU GASEVSKI" userId="ff7f85ac-9c79-4788-960f-c7c9967227bb" providerId="ADAL" clId="{89EBAA7D-8B29-419A-8176-6FE71566CD7E}" dt="2026-06-10T12:52:52.588" v="1299" actId="478"/>
          <ac:spMkLst>
            <pc:docMk/>
            <pc:sldMk cId="0" sldId="259"/>
            <ac:spMk id="33" creationId="{8B1FD16F-3C79-230E-B0E0-6E87690D8926}"/>
          </ac:spMkLst>
        </pc:spChg>
        <pc:spChg chg="add del mod">
          <ac:chgData name="LOU GASEVSKI" userId="ff7f85ac-9c79-4788-960f-c7c9967227bb" providerId="ADAL" clId="{89EBAA7D-8B29-419A-8176-6FE71566CD7E}" dt="2026-06-10T12:52:52.588" v="1299" actId="478"/>
          <ac:spMkLst>
            <pc:docMk/>
            <pc:sldMk cId="0" sldId="259"/>
            <ac:spMk id="34" creationId="{E44823D4-08A9-0C48-333E-8A5097F064E4}"/>
          </ac:spMkLst>
        </pc:spChg>
        <pc:spChg chg="mod">
          <ac:chgData name="LOU GASEVSKI" userId="ff7f85ac-9c79-4788-960f-c7c9967227bb" providerId="ADAL" clId="{89EBAA7D-8B29-419A-8176-6FE71566CD7E}" dt="2026-06-10T14:13:36.005" v="2320" actId="1076"/>
          <ac:spMkLst>
            <pc:docMk/>
            <pc:sldMk cId="0" sldId="259"/>
            <ac:spMk id="34" creationId="{EFB8CF31-AC4C-C140-1A22-91B05685AA00}"/>
          </ac:spMkLst>
        </pc:spChg>
        <pc:spChg chg="add mod topLvl">
          <ac:chgData name="LOU GASEVSKI" userId="ff7f85ac-9c79-4788-960f-c7c9967227bb" providerId="ADAL" clId="{89EBAA7D-8B29-419A-8176-6FE71566CD7E}" dt="2026-06-10T13:34:43.324" v="2195" actId="1076"/>
          <ac:spMkLst>
            <pc:docMk/>
            <pc:sldMk cId="0" sldId="259"/>
            <ac:spMk id="35" creationId="{9D2AE486-E48C-4589-019F-66A2AED2D023}"/>
          </ac:spMkLst>
        </pc:spChg>
        <pc:spChg chg="add mod">
          <ac:chgData name="LOU GASEVSKI" userId="ff7f85ac-9c79-4788-960f-c7c9967227bb" providerId="ADAL" clId="{89EBAA7D-8B29-419A-8176-6FE71566CD7E}" dt="2026-06-10T13:32:02.516" v="2153" actId="12"/>
          <ac:spMkLst>
            <pc:docMk/>
            <pc:sldMk cId="0" sldId="259"/>
            <ac:spMk id="36" creationId="{84532F42-42E5-D6F1-15DD-54E10D3EC9C1}"/>
          </ac:spMkLst>
        </pc:spChg>
        <pc:spChg chg="add mod">
          <ac:chgData name="LOU GASEVSKI" userId="ff7f85ac-9c79-4788-960f-c7c9967227bb" providerId="ADAL" clId="{89EBAA7D-8B29-419A-8176-6FE71566CD7E}" dt="2026-06-10T12:55:28.428" v="1380" actId="1076"/>
          <ac:spMkLst>
            <pc:docMk/>
            <pc:sldMk cId="0" sldId="259"/>
            <ac:spMk id="38" creationId="{39A0E73A-233F-701D-30A1-3D7F7F578236}"/>
          </ac:spMkLst>
        </pc:spChg>
        <pc:spChg chg="mod">
          <ac:chgData name="LOU GASEVSKI" userId="ff7f85ac-9c79-4788-960f-c7c9967227bb" providerId="ADAL" clId="{89EBAA7D-8B29-419A-8176-6FE71566CD7E}" dt="2026-06-10T14:01:26.216" v="2227" actId="1076"/>
          <ac:spMkLst>
            <pc:docMk/>
            <pc:sldMk cId="0" sldId="259"/>
            <ac:spMk id="38" creationId="{73D3F93C-A1D1-C7F2-017E-895D10519178}"/>
          </ac:spMkLst>
        </pc:spChg>
        <pc:spChg chg="add mod">
          <ac:chgData name="LOU GASEVSKI" userId="ff7f85ac-9c79-4788-960f-c7c9967227bb" providerId="ADAL" clId="{89EBAA7D-8B29-419A-8176-6FE71566CD7E}" dt="2026-06-10T13:31:58.849" v="2152" actId="1076"/>
          <ac:spMkLst>
            <pc:docMk/>
            <pc:sldMk cId="0" sldId="259"/>
            <ac:spMk id="39" creationId="{84213604-DD98-9ACB-95C2-C52EEE6F06A3}"/>
          </ac:spMkLst>
        </pc:spChg>
        <pc:spChg chg="add mod">
          <ac:chgData name="LOU GASEVSKI" userId="ff7f85ac-9c79-4788-960f-c7c9967227bb" providerId="ADAL" clId="{89EBAA7D-8B29-419A-8176-6FE71566CD7E}" dt="2026-06-10T12:55:36.825" v="1385"/>
          <ac:spMkLst>
            <pc:docMk/>
            <pc:sldMk cId="0" sldId="259"/>
            <ac:spMk id="40" creationId="{E12BA225-E4FC-AE1D-83B9-6A5608D92CA2}"/>
          </ac:spMkLst>
        </pc:spChg>
        <pc:spChg chg="mod">
          <ac:chgData name="LOU GASEVSKI" userId="ff7f85ac-9c79-4788-960f-c7c9967227bb" providerId="ADAL" clId="{89EBAA7D-8B29-419A-8176-6FE71566CD7E}" dt="2026-06-10T14:01:26.216" v="2227" actId="1076"/>
          <ac:spMkLst>
            <pc:docMk/>
            <pc:sldMk cId="0" sldId="259"/>
            <ac:spMk id="41" creationId="{5C15C9F7-AB1F-75C9-8E5B-5A5E91E9F5E2}"/>
          </ac:spMkLst>
        </pc:spChg>
        <pc:spChg chg="add">
          <ac:chgData name="LOU GASEVSKI" userId="ff7f85ac-9c79-4788-960f-c7c9967227bb" providerId="ADAL" clId="{89EBAA7D-8B29-419A-8176-6FE71566CD7E}" dt="2026-06-10T12:55:47.699" v="1386"/>
          <ac:spMkLst>
            <pc:docMk/>
            <pc:sldMk cId="0" sldId="259"/>
            <ac:spMk id="41" creationId="{82EBCB42-955F-8C04-BA65-7E9F92A9DEDD}"/>
          </ac:spMkLst>
        </pc:spChg>
        <pc:spChg chg="add mod">
          <ac:chgData name="LOU GASEVSKI" userId="ff7f85ac-9c79-4788-960f-c7c9967227bb" providerId="ADAL" clId="{89EBAA7D-8B29-419A-8176-6FE71566CD7E}" dt="2026-06-10T12:55:50.994" v="1388"/>
          <ac:spMkLst>
            <pc:docMk/>
            <pc:sldMk cId="0" sldId="259"/>
            <ac:spMk id="42" creationId="{4CAA5876-AD64-7633-D0B1-3F8A0BE00A26}"/>
          </ac:spMkLst>
        </pc:spChg>
        <pc:spChg chg="add mod">
          <ac:chgData name="LOU GASEVSKI" userId="ff7f85ac-9c79-4788-960f-c7c9967227bb" providerId="ADAL" clId="{89EBAA7D-8B29-419A-8176-6FE71566CD7E}" dt="2026-06-10T13:31:58.849" v="2152" actId="1076"/>
          <ac:spMkLst>
            <pc:docMk/>
            <pc:sldMk cId="0" sldId="259"/>
            <ac:spMk id="43" creationId="{9DCEFBFA-D120-EE55-C368-6EC7A6659D4D}"/>
          </ac:spMkLst>
        </pc:spChg>
        <pc:spChg chg="add mod">
          <ac:chgData name="LOU GASEVSKI" userId="ff7f85ac-9c79-4788-960f-c7c9967227bb" providerId="ADAL" clId="{89EBAA7D-8B29-419A-8176-6FE71566CD7E}" dt="2026-06-10T13:24:13.389" v="2004" actId="14100"/>
          <ac:spMkLst>
            <pc:docMk/>
            <pc:sldMk cId="0" sldId="259"/>
            <ac:spMk id="44" creationId="{3324F4FD-C974-3ABE-6B15-93DDFBAB499B}"/>
          </ac:spMkLst>
        </pc:spChg>
        <pc:spChg chg="add mod">
          <ac:chgData name="LOU GASEVSKI" userId="ff7f85ac-9c79-4788-960f-c7c9967227bb" providerId="ADAL" clId="{89EBAA7D-8B29-419A-8176-6FE71566CD7E}" dt="2026-06-10T13:34:43.324" v="2195" actId="1076"/>
          <ac:spMkLst>
            <pc:docMk/>
            <pc:sldMk cId="0" sldId="259"/>
            <ac:spMk id="45" creationId="{482A3316-FCCA-F0AE-F4D9-16690F602B6E}"/>
          </ac:spMkLst>
        </pc:spChg>
        <pc:spChg chg="add mod">
          <ac:chgData name="LOU GASEVSKI" userId="ff7f85ac-9c79-4788-960f-c7c9967227bb" providerId="ADAL" clId="{89EBAA7D-8B29-419A-8176-6FE71566CD7E}" dt="2026-06-10T13:31:58.849" v="2152" actId="1076"/>
          <ac:spMkLst>
            <pc:docMk/>
            <pc:sldMk cId="0" sldId="259"/>
            <ac:spMk id="46" creationId="{10AEBE75-CE7B-76CF-A965-5C2927B736F5}"/>
          </ac:spMkLst>
        </pc:spChg>
        <pc:spChg chg="add del mod">
          <ac:chgData name="LOU GASEVSKI" userId="ff7f85ac-9c79-4788-960f-c7c9967227bb" providerId="ADAL" clId="{89EBAA7D-8B29-419A-8176-6FE71566CD7E}" dt="2026-06-10T13:30:04.663" v="2082" actId="478"/>
          <ac:spMkLst>
            <pc:docMk/>
            <pc:sldMk cId="0" sldId="259"/>
            <ac:spMk id="47" creationId="{7D799D87-3B81-FA5F-B382-86E2F22CD7C2}"/>
          </ac:spMkLst>
        </pc:spChg>
        <pc:spChg chg="add del mod">
          <ac:chgData name="LOU GASEVSKI" userId="ff7f85ac-9c79-4788-960f-c7c9967227bb" providerId="ADAL" clId="{89EBAA7D-8B29-419A-8176-6FE71566CD7E}" dt="2026-06-10T13:31:17.804" v="2141" actId="478"/>
          <ac:spMkLst>
            <pc:docMk/>
            <pc:sldMk cId="0" sldId="259"/>
            <ac:spMk id="49" creationId="{2DF76087-5F33-EC80-2EA1-49983A62C283}"/>
          </ac:spMkLst>
        </pc:spChg>
        <pc:spChg chg="del">
          <ac:chgData name="LOU GASEVSKI" userId="ff7f85ac-9c79-4788-960f-c7c9967227bb" providerId="ADAL" clId="{89EBAA7D-8B29-419A-8176-6FE71566CD7E}" dt="2026-06-10T13:31:17.804" v="2141" actId="478"/>
          <ac:spMkLst>
            <pc:docMk/>
            <pc:sldMk cId="0" sldId="259"/>
            <ac:spMk id="51" creationId="{935F9F16-2B26-4DD8-D683-BCF5FFE91503}"/>
          </ac:spMkLst>
        </pc:spChg>
        <pc:spChg chg="add del mod">
          <ac:chgData name="LOU GASEVSKI" userId="ff7f85ac-9c79-4788-960f-c7c9967227bb" providerId="ADAL" clId="{89EBAA7D-8B29-419A-8176-6FE71566CD7E}" dt="2026-06-10T13:31:17.804" v="2141" actId="478"/>
          <ac:spMkLst>
            <pc:docMk/>
            <pc:sldMk cId="0" sldId="259"/>
            <ac:spMk id="52" creationId="{F7653936-656C-FE1A-E376-6C49558AB90E}"/>
          </ac:spMkLst>
        </pc:spChg>
        <pc:spChg chg="del">
          <ac:chgData name="LOU GASEVSKI" userId="ff7f85ac-9c79-4788-960f-c7c9967227bb" providerId="ADAL" clId="{89EBAA7D-8B29-419A-8176-6FE71566CD7E}" dt="2026-06-10T13:31:17.804" v="2141" actId="478"/>
          <ac:spMkLst>
            <pc:docMk/>
            <pc:sldMk cId="0" sldId="259"/>
            <ac:spMk id="53" creationId="{F297A400-BFE7-DC64-4A92-BC81191146A6}"/>
          </ac:spMkLst>
        </pc:spChg>
        <pc:spChg chg="del mod">
          <ac:chgData name="LOU GASEVSKI" userId="ff7f85ac-9c79-4788-960f-c7c9967227bb" providerId="ADAL" clId="{89EBAA7D-8B29-419A-8176-6FE71566CD7E}" dt="2026-06-10T13:31:17.804" v="2141" actId="478"/>
          <ac:spMkLst>
            <pc:docMk/>
            <pc:sldMk cId="0" sldId="259"/>
            <ac:spMk id="55" creationId="{59E08AB4-F444-87B9-6BC8-6BDB019B1FD4}"/>
          </ac:spMkLst>
        </pc:spChg>
        <pc:spChg chg="add mod">
          <ac:chgData name="LOU GASEVSKI" userId="ff7f85ac-9c79-4788-960f-c7c9967227bb" providerId="ADAL" clId="{89EBAA7D-8B29-419A-8176-6FE71566CD7E}" dt="2026-06-10T13:21:23.465" v="1965" actId="1076"/>
          <ac:spMkLst>
            <pc:docMk/>
            <pc:sldMk cId="0" sldId="259"/>
            <ac:spMk id="57" creationId="{CD43FFFE-E05D-101C-2AE2-D05E948DFB5C}"/>
          </ac:spMkLst>
        </pc:spChg>
        <pc:spChg chg="add del mod">
          <ac:chgData name="LOU GASEVSKI" userId="ff7f85ac-9c79-4788-960f-c7c9967227bb" providerId="ADAL" clId="{89EBAA7D-8B29-419A-8176-6FE71566CD7E}" dt="2026-06-10T13:31:17.804" v="2141" actId="478"/>
          <ac:spMkLst>
            <pc:docMk/>
            <pc:sldMk cId="0" sldId="259"/>
            <ac:spMk id="58" creationId="{C5EBFD21-6E7D-925D-5984-6A15D2BD398C}"/>
          </ac:spMkLst>
        </pc:spChg>
        <pc:spChg chg="del">
          <ac:chgData name="LOU GASEVSKI" userId="ff7f85ac-9c79-4788-960f-c7c9967227bb" providerId="ADAL" clId="{89EBAA7D-8B29-419A-8176-6FE71566CD7E}" dt="2026-06-10T13:31:17.804" v="2141" actId="478"/>
          <ac:spMkLst>
            <pc:docMk/>
            <pc:sldMk cId="0" sldId="259"/>
            <ac:spMk id="59" creationId="{426BE836-059A-EE2B-66E6-8F6ED00D9FB1}"/>
          </ac:spMkLst>
        </pc:spChg>
        <pc:spChg chg="add del mod">
          <ac:chgData name="LOU GASEVSKI" userId="ff7f85ac-9c79-4788-960f-c7c9967227bb" providerId="ADAL" clId="{89EBAA7D-8B29-419A-8176-6FE71566CD7E}" dt="2026-06-10T13:31:17.804" v="2141" actId="478"/>
          <ac:spMkLst>
            <pc:docMk/>
            <pc:sldMk cId="0" sldId="259"/>
            <ac:spMk id="61" creationId="{DC0EE2A0-0790-AAAD-2E30-CB16245462BF}"/>
          </ac:spMkLst>
        </pc:spChg>
        <pc:spChg chg="add del mod">
          <ac:chgData name="LOU GASEVSKI" userId="ff7f85ac-9c79-4788-960f-c7c9967227bb" providerId="ADAL" clId="{89EBAA7D-8B29-419A-8176-6FE71566CD7E}" dt="2026-06-10T13:31:17.804" v="2141" actId="478"/>
          <ac:spMkLst>
            <pc:docMk/>
            <pc:sldMk cId="0" sldId="259"/>
            <ac:spMk id="62" creationId="{2A66E00C-A384-1FB1-395F-B96D82DA7B71}"/>
          </ac:spMkLst>
        </pc:spChg>
        <pc:spChg chg="add mod">
          <ac:chgData name="LOU GASEVSKI" userId="ff7f85ac-9c79-4788-960f-c7c9967227bb" providerId="ADAL" clId="{89EBAA7D-8B29-419A-8176-6FE71566CD7E}" dt="2026-06-10T13:21:23.465" v="1965" actId="1076"/>
          <ac:spMkLst>
            <pc:docMk/>
            <pc:sldMk cId="0" sldId="259"/>
            <ac:spMk id="63" creationId="{8AB94414-5CE8-7378-C1B6-56E99993660C}"/>
          </ac:spMkLst>
        </pc:spChg>
        <pc:spChg chg="add del mod">
          <ac:chgData name="LOU GASEVSKI" userId="ff7f85ac-9c79-4788-960f-c7c9967227bb" providerId="ADAL" clId="{89EBAA7D-8B29-419A-8176-6FE71566CD7E}" dt="2026-06-10T13:31:17.804" v="2141" actId="478"/>
          <ac:spMkLst>
            <pc:docMk/>
            <pc:sldMk cId="0" sldId="259"/>
            <ac:spMk id="64" creationId="{2B5D2076-8383-612F-D30A-69DA67DDB940}"/>
          </ac:spMkLst>
        </pc:spChg>
        <pc:spChg chg="add mod">
          <ac:chgData name="LOU GASEVSKI" userId="ff7f85ac-9c79-4788-960f-c7c9967227bb" providerId="ADAL" clId="{89EBAA7D-8B29-419A-8176-6FE71566CD7E}" dt="2026-06-10T13:21:23.465" v="1965" actId="1076"/>
          <ac:spMkLst>
            <pc:docMk/>
            <pc:sldMk cId="0" sldId="259"/>
            <ac:spMk id="65" creationId="{F00B0777-286D-5FA1-CC93-3541475B49C5}"/>
          </ac:spMkLst>
        </pc:spChg>
        <pc:spChg chg="mod">
          <ac:chgData name="LOU GASEVSKI" userId="ff7f85ac-9c79-4788-960f-c7c9967227bb" providerId="ADAL" clId="{89EBAA7D-8B29-419A-8176-6FE71566CD7E}" dt="2026-06-10T14:03:17.648" v="2319" actId="1076"/>
          <ac:spMkLst>
            <pc:docMk/>
            <pc:sldMk cId="0" sldId="259"/>
            <ac:spMk id="66" creationId="{A9C81C85-8E75-57AC-6365-3ABC659249D7}"/>
          </ac:spMkLst>
        </pc:spChg>
        <pc:spChg chg="mod">
          <ac:chgData name="LOU GASEVSKI" userId="ff7f85ac-9c79-4788-960f-c7c9967227bb" providerId="ADAL" clId="{89EBAA7D-8B29-419A-8176-6FE71566CD7E}" dt="2026-06-10T14:13:39.900" v="2321" actId="1076"/>
          <ac:spMkLst>
            <pc:docMk/>
            <pc:sldMk cId="0" sldId="259"/>
            <ac:spMk id="67" creationId="{2F1DC630-F321-5370-B6A8-E3EB5446E11D}"/>
          </ac:spMkLst>
        </pc:spChg>
        <pc:spChg chg="add mod">
          <ac:chgData name="LOU GASEVSKI" userId="ff7f85ac-9c79-4788-960f-c7c9967227bb" providerId="ADAL" clId="{89EBAA7D-8B29-419A-8176-6FE71566CD7E}" dt="2026-06-10T13:23:57.477" v="1998" actId="571"/>
          <ac:spMkLst>
            <pc:docMk/>
            <pc:sldMk cId="0" sldId="259"/>
            <ac:spMk id="67" creationId="{45151741-5DF6-607E-1AE0-71420E7FE49F}"/>
          </ac:spMkLst>
        </pc:spChg>
        <pc:spChg chg="add mod">
          <ac:chgData name="LOU GASEVSKI" userId="ff7f85ac-9c79-4788-960f-c7c9967227bb" providerId="ADAL" clId="{89EBAA7D-8B29-419A-8176-6FE71566CD7E}" dt="2026-06-10T13:23:57.477" v="1998" actId="571"/>
          <ac:spMkLst>
            <pc:docMk/>
            <pc:sldMk cId="0" sldId="259"/>
            <ac:spMk id="68" creationId="{1FB661BA-8354-19C0-8AB7-A258C6ED09FB}"/>
          </ac:spMkLst>
        </pc:spChg>
        <pc:spChg chg="mod">
          <ac:chgData name="LOU GASEVSKI" userId="ff7f85ac-9c79-4788-960f-c7c9967227bb" providerId="ADAL" clId="{89EBAA7D-8B29-419A-8176-6FE71566CD7E}" dt="2026-06-10T14:01:33.508" v="2230" actId="1076"/>
          <ac:spMkLst>
            <pc:docMk/>
            <pc:sldMk cId="0" sldId="259"/>
            <ac:spMk id="69" creationId="{4B88BFF9-3982-CBB6-2675-EA07525642FE}"/>
          </ac:spMkLst>
        </pc:spChg>
        <pc:spChg chg="add mod">
          <ac:chgData name="LOU GASEVSKI" userId="ff7f85ac-9c79-4788-960f-c7c9967227bb" providerId="ADAL" clId="{89EBAA7D-8B29-419A-8176-6FE71566CD7E}" dt="2026-06-10T13:24:00.997" v="2000" actId="571"/>
          <ac:spMkLst>
            <pc:docMk/>
            <pc:sldMk cId="0" sldId="259"/>
            <ac:spMk id="69" creationId="{64B8C14B-26BF-5700-C71B-FEE05F8FE332}"/>
          </ac:spMkLst>
        </pc:spChg>
        <pc:spChg chg="add mod">
          <ac:chgData name="LOU GASEVSKI" userId="ff7f85ac-9c79-4788-960f-c7c9967227bb" providerId="ADAL" clId="{89EBAA7D-8B29-419A-8176-6FE71566CD7E}" dt="2026-06-10T13:24:00.997" v="2000" actId="571"/>
          <ac:spMkLst>
            <pc:docMk/>
            <pc:sldMk cId="0" sldId="259"/>
            <ac:spMk id="70" creationId="{8A810516-C6C9-F3E0-4BFB-9D1A1A34FF59}"/>
          </ac:spMkLst>
        </pc:spChg>
        <pc:spChg chg="add mod">
          <ac:chgData name="LOU GASEVSKI" userId="ff7f85ac-9c79-4788-960f-c7c9967227bb" providerId="ADAL" clId="{89EBAA7D-8B29-419A-8176-6FE71566CD7E}" dt="2026-06-10T13:24:13.389" v="2004" actId="14100"/>
          <ac:spMkLst>
            <pc:docMk/>
            <pc:sldMk cId="0" sldId="259"/>
            <ac:spMk id="71" creationId="{B4C154FF-2A94-C116-63B4-137D923F55CB}"/>
          </ac:spMkLst>
        </pc:spChg>
        <pc:spChg chg="mod">
          <ac:chgData name="LOU GASEVSKI" userId="ff7f85ac-9c79-4788-960f-c7c9967227bb" providerId="ADAL" clId="{89EBAA7D-8B29-419A-8176-6FE71566CD7E}" dt="2026-06-10T14:01:33.508" v="2230" actId="1076"/>
          <ac:spMkLst>
            <pc:docMk/>
            <pc:sldMk cId="0" sldId="259"/>
            <ac:spMk id="72" creationId="{A6367207-AE01-3C8A-AC91-EF20CF79D8F4}"/>
          </ac:spMkLst>
        </pc:spChg>
        <pc:spChg chg="mod">
          <ac:chgData name="LOU GASEVSKI" userId="ff7f85ac-9c79-4788-960f-c7c9967227bb" providerId="ADAL" clId="{89EBAA7D-8B29-419A-8176-6FE71566CD7E}" dt="2026-06-10T13:33:47.090" v="2185" actId="1076"/>
          <ac:spMkLst>
            <pc:docMk/>
            <pc:sldMk cId="0" sldId="259"/>
            <ac:spMk id="74" creationId="{21D07881-8840-C9E0-C7C0-5FE7BFAAD4F7}"/>
          </ac:spMkLst>
        </pc:spChg>
        <pc:spChg chg="mod">
          <ac:chgData name="LOU GASEVSKI" userId="ff7f85ac-9c79-4788-960f-c7c9967227bb" providerId="ADAL" clId="{89EBAA7D-8B29-419A-8176-6FE71566CD7E}" dt="2026-06-10T13:31:34.889" v="2146" actId="404"/>
          <ac:spMkLst>
            <pc:docMk/>
            <pc:sldMk cId="0" sldId="259"/>
            <ac:spMk id="75" creationId="{B003F154-EC2E-67ED-BB67-2CD6F79A08B8}"/>
          </ac:spMkLst>
        </pc:spChg>
        <pc:spChg chg="mod">
          <ac:chgData name="LOU GASEVSKI" userId="ff7f85ac-9c79-4788-960f-c7c9967227bb" providerId="ADAL" clId="{89EBAA7D-8B29-419A-8176-6FE71566CD7E}" dt="2026-06-10T14:01:21.995" v="2226" actId="1076"/>
          <ac:spMkLst>
            <pc:docMk/>
            <pc:sldMk cId="0" sldId="259"/>
            <ac:spMk id="77" creationId="{EB7C4FDB-2E01-8C03-9DC6-EB8184494D87}"/>
          </ac:spMkLst>
        </pc:spChg>
        <pc:spChg chg="mod">
          <ac:chgData name="LOU GASEVSKI" userId="ff7f85ac-9c79-4788-960f-c7c9967227bb" providerId="ADAL" clId="{89EBAA7D-8B29-419A-8176-6FE71566CD7E}" dt="2026-06-10T14:01:21.995" v="2226" actId="1076"/>
          <ac:spMkLst>
            <pc:docMk/>
            <pc:sldMk cId="0" sldId="259"/>
            <ac:spMk id="79" creationId="{4044A22F-EA31-CD8F-3F00-F1BE322993B3}"/>
          </ac:spMkLst>
        </pc:spChg>
        <pc:spChg chg="mod">
          <ac:chgData name="LOU GASEVSKI" userId="ff7f85ac-9c79-4788-960f-c7c9967227bb" providerId="ADAL" clId="{89EBAA7D-8B29-419A-8176-6FE71566CD7E}" dt="2026-06-10T14:01:02.019" v="2219" actId="1076"/>
          <ac:spMkLst>
            <pc:docMk/>
            <pc:sldMk cId="0" sldId="259"/>
            <ac:spMk id="81" creationId="{FABDC95B-E3EB-6680-0884-83EFB96D9AD6}"/>
          </ac:spMkLst>
        </pc:spChg>
        <pc:spChg chg="mod">
          <ac:chgData name="LOU GASEVSKI" userId="ff7f85ac-9c79-4788-960f-c7c9967227bb" providerId="ADAL" clId="{89EBAA7D-8B29-419A-8176-6FE71566CD7E}" dt="2026-06-10T14:01:17.423" v="2225" actId="1076"/>
          <ac:spMkLst>
            <pc:docMk/>
            <pc:sldMk cId="0" sldId="259"/>
            <ac:spMk id="83" creationId="{9FB33B20-7122-C41E-7949-8E794C3A937C}"/>
          </ac:spMkLst>
        </pc:spChg>
        <pc:spChg chg="mod">
          <ac:chgData name="LOU GASEVSKI" userId="ff7f85ac-9c79-4788-960f-c7c9967227bb" providerId="ADAL" clId="{89EBAA7D-8B29-419A-8176-6FE71566CD7E}" dt="2026-06-10T14:01:17.423" v="2225" actId="1076"/>
          <ac:spMkLst>
            <pc:docMk/>
            <pc:sldMk cId="0" sldId="259"/>
            <ac:spMk id="85" creationId="{0CAE8EBC-E4A3-454A-09FA-1094161245C2}"/>
          </ac:spMkLst>
        </pc:spChg>
        <pc:spChg chg="mod">
          <ac:chgData name="LOU GASEVSKI" userId="ff7f85ac-9c79-4788-960f-c7c9967227bb" providerId="ADAL" clId="{89EBAA7D-8B29-419A-8176-6FE71566CD7E}" dt="2026-06-10T14:01:08.646" v="2224" actId="1076"/>
          <ac:spMkLst>
            <pc:docMk/>
            <pc:sldMk cId="0" sldId="259"/>
            <ac:spMk id="87" creationId="{239F79A4-3C76-0099-51A9-475A17AC37D8}"/>
          </ac:spMkLst>
        </pc:spChg>
        <pc:spChg chg="add mod ord">
          <ac:chgData name="LOU GASEVSKI" userId="ff7f85ac-9c79-4788-960f-c7c9967227bb" providerId="ADAL" clId="{89EBAA7D-8B29-419A-8176-6FE71566CD7E}" dt="2026-06-10T14:03:09.828" v="2317" actId="14100"/>
          <ac:spMkLst>
            <pc:docMk/>
            <pc:sldMk cId="0" sldId="259"/>
            <ac:spMk id="89" creationId="{D387EE37-6C64-903B-1677-69018DE134C1}"/>
          </ac:spMkLst>
        </pc:spChg>
        <pc:spChg chg="add mod">
          <ac:chgData name="LOU GASEVSKI" userId="ff7f85ac-9c79-4788-960f-c7c9967227bb" providerId="ADAL" clId="{89EBAA7D-8B29-419A-8176-6FE71566CD7E}" dt="2026-06-10T14:01:54.626" v="2237" actId="14100"/>
          <ac:spMkLst>
            <pc:docMk/>
            <pc:sldMk cId="0" sldId="259"/>
            <ac:spMk id="90" creationId="{35679881-7829-540B-E0AE-C0394C6EE493}"/>
          </ac:spMkLst>
        </pc:spChg>
        <pc:grpChg chg="mod">
          <ac:chgData name="LOU GASEVSKI" userId="ff7f85ac-9c79-4788-960f-c7c9967227bb" providerId="ADAL" clId="{89EBAA7D-8B29-419A-8176-6FE71566CD7E}" dt="2026-06-10T14:03:13.368" v="2318" actId="1076"/>
          <ac:grpSpMkLst>
            <pc:docMk/>
            <pc:sldMk cId="0" sldId="259"/>
            <ac:grpSpMk id="25" creationId="{94ABAD4F-4A33-43E5-7771-18A53DCA4D0F}"/>
          </ac:grpSpMkLst>
        </pc:grpChg>
        <pc:grpChg chg="del">
          <ac:chgData name="LOU GASEVSKI" userId="ff7f85ac-9c79-4788-960f-c7c9967227bb" providerId="ADAL" clId="{89EBAA7D-8B29-419A-8176-6FE71566CD7E}" dt="2026-06-10T13:32:41.542" v="2162" actId="478"/>
          <ac:grpSpMkLst>
            <pc:docMk/>
            <pc:sldMk cId="0" sldId="259"/>
            <ac:grpSpMk id="33" creationId="{D280460E-0596-4405-3818-262E814D6C57}"/>
          </ac:grpSpMkLst>
        </pc:grpChg>
        <pc:grpChg chg="mod">
          <ac:chgData name="LOU GASEVSKI" userId="ff7f85ac-9c79-4788-960f-c7c9967227bb" providerId="ADAL" clId="{89EBAA7D-8B29-419A-8176-6FE71566CD7E}" dt="2026-06-10T12:54:11.026" v="1311" actId="14100"/>
          <ac:grpSpMkLst>
            <pc:docMk/>
            <pc:sldMk cId="0" sldId="259"/>
            <ac:grpSpMk id="37" creationId="{04B655B8-D02D-AB8E-7C1C-B77532678FEE}"/>
          </ac:grpSpMkLst>
        </pc:grpChg>
        <pc:grpChg chg="del">
          <ac:chgData name="LOU GASEVSKI" userId="ff7f85ac-9c79-4788-960f-c7c9967227bb" providerId="ADAL" clId="{89EBAA7D-8B29-419A-8176-6FE71566CD7E}" dt="2026-06-10T13:32:43.073" v="2164" actId="478"/>
          <ac:grpSpMkLst>
            <pc:docMk/>
            <pc:sldMk cId="0" sldId="259"/>
            <ac:grpSpMk id="37" creationId="{98A498C0-1618-9244-9FAE-E91E3EF5144A}"/>
          </ac:grpSpMkLst>
        </pc:grpChg>
        <pc:grpChg chg="del">
          <ac:chgData name="LOU GASEVSKI" userId="ff7f85ac-9c79-4788-960f-c7c9967227bb" providerId="ADAL" clId="{89EBAA7D-8B29-419A-8176-6FE71566CD7E}" dt="2026-06-10T13:32:44.873" v="2165" actId="478"/>
          <ac:grpSpMkLst>
            <pc:docMk/>
            <pc:sldMk cId="0" sldId="259"/>
            <ac:grpSpMk id="40" creationId="{ED8E1FEF-A758-2343-78C6-7C108F59021C}"/>
          </ac:grpSpMkLst>
        </pc:grpChg>
        <pc:grpChg chg="del">
          <ac:chgData name="LOU GASEVSKI" userId="ff7f85ac-9c79-4788-960f-c7c9967227bb" providerId="ADAL" clId="{89EBAA7D-8B29-419A-8176-6FE71566CD7E}" dt="2026-06-10T13:32:46.792" v="2166" actId="478"/>
          <ac:grpSpMkLst>
            <pc:docMk/>
            <pc:sldMk cId="0" sldId="259"/>
            <ac:grpSpMk id="42" creationId="{26449CAE-988A-0588-DA3B-6EC9431D5435}"/>
          </ac:grpSpMkLst>
        </pc:grpChg>
        <pc:grpChg chg="del">
          <ac:chgData name="LOU GASEVSKI" userId="ff7f85ac-9c79-4788-960f-c7c9967227bb" providerId="ADAL" clId="{89EBAA7D-8B29-419A-8176-6FE71566CD7E}" dt="2026-06-10T13:32:48.509" v="2167" actId="478"/>
          <ac:grpSpMkLst>
            <pc:docMk/>
            <pc:sldMk cId="0" sldId="259"/>
            <ac:grpSpMk id="68" creationId="{F3477C9F-43B1-04A0-C942-DEFBE4ED7BF4}"/>
          </ac:grpSpMkLst>
        </pc:grpChg>
        <pc:grpChg chg="del">
          <ac:chgData name="LOU GASEVSKI" userId="ff7f85ac-9c79-4788-960f-c7c9967227bb" providerId="ADAL" clId="{89EBAA7D-8B29-419A-8176-6FE71566CD7E}" dt="2026-06-10T13:32:39.962" v="2161" actId="478"/>
          <ac:grpSpMkLst>
            <pc:docMk/>
            <pc:sldMk cId="0" sldId="259"/>
            <ac:grpSpMk id="70" creationId="{50702119-2D79-E7DC-BE51-0D5838981A19}"/>
          </ac:grpSpMkLst>
        </pc:grpChg>
        <pc:picChg chg="add del mod">
          <ac:chgData name="LOU GASEVSKI" userId="ff7f85ac-9c79-4788-960f-c7c9967227bb" providerId="ADAL" clId="{89EBAA7D-8B29-419A-8176-6FE71566CD7E}" dt="2026-06-10T13:30:19.302" v="2083" actId="478"/>
          <ac:picMkLst>
            <pc:docMk/>
            <pc:sldMk cId="0" sldId="259"/>
            <ac:picMk id="23" creationId="{ACAFA36D-402E-3526-7BF3-356042EC00B6}"/>
          </ac:picMkLst>
        </pc:picChg>
        <pc:picChg chg="del">
          <ac:chgData name="LOU GASEVSKI" userId="ff7f85ac-9c79-4788-960f-c7c9967227bb" providerId="ADAL" clId="{89EBAA7D-8B29-419A-8176-6FE71566CD7E}" dt="2026-06-10T13:32:39.962" v="2161" actId="478"/>
          <ac:picMkLst>
            <pc:docMk/>
            <pc:sldMk cId="0" sldId="259"/>
            <ac:picMk id="78" creationId="{4EDFBABB-BBFE-1A9F-6CD2-3DCF03B2AAB7}"/>
          </ac:picMkLst>
        </pc:picChg>
        <pc:picChg chg="del">
          <ac:chgData name="LOU GASEVSKI" userId="ff7f85ac-9c79-4788-960f-c7c9967227bb" providerId="ADAL" clId="{89EBAA7D-8B29-419A-8176-6FE71566CD7E}" dt="2026-06-10T13:32:48.509" v="2167" actId="478"/>
          <ac:picMkLst>
            <pc:docMk/>
            <pc:sldMk cId="0" sldId="259"/>
            <ac:picMk id="80" creationId="{9F8D8B46-CC19-1053-D0EA-BE70A3FD1284}"/>
          </ac:picMkLst>
        </pc:picChg>
        <pc:picChg chg="del">
          <ac:chgData name="LOU GASEVSKI" userId="ff7f85ac-9c79-4788-960f-c7c9967227bb" providerId="ADAL" clId="{89EBAA7D-8B29-419A-8176-6FE71566CD7E}" dt="2026-06-10T13:32:46.792" v="2166" actId="478"/>
          <ac:picMkLst>
            <pc:docMk/>
            <pc:sldMk cId="0" sldId="259"/>
            <ac:picMk id="82" creationId="{3793CD82-DF50-5A48-A35C-DC867705A3E4}"/>
          </ac:picMkLst>
        </pc:picChg>
        <pc:picChg chg="del">
          <ac:chgData name="LOU GASEVSKI" userId="ff7f85ac-9c79-4788-960f-c7c9967227bb" providerId="ADAL" clId="{89EBAA7D-8B29-419A-8176-6FE71566CD7E}" dt="2026-06-10T13:32:44.873" v="2165" actId="478"/>
          <ac:picMkLst>
            <pc:docMk/>
            <pc:sldMk cId="0" sldId="259"/>
            <ac:picMk id="84" creationId="{88C347E0-60C9-5E8A-38E1-872B376DEDE8}"/>
          </ac:picMkLst>
        </pc:picChg>
        <pc:picChg chg="del">
          <ac:chgData name="LOU GASEVSKI" userId="ff7f85ac-9c79-4788-960f-c7c9967227bb" providerId="ADAL" clId="{89EBAA7D-8B29-419A-8176-6FE71566CD7E}" dt="2026-06-10T13:32:43.073" v="2164" actId="478"/>
          <ac:picMkLst>
            <pc:docMk/>
            <pc:sldMk cId="0" sldId="259"/>
            <ac:picMk id="86" creationId="{6188974C-CDAA-3B7B-329E-983519EA173A}"/>
          </ac:picMkLst>
        </pc:picChg>
        <pc:picChg chg="del">
          <ac:chgData name="LOU GASEVSKI" userId="ff7f85ac-9c79-4788-960f-c7c9967227bb" providerId="ADAL" clId="{89EBAA7D-8B29-419A-8176-6FE71566CD7E}" dt="2026-06-10T13:32:41.542" v="2162" actId="478"/>
          <ac:picMkLst>
            <pc:docMk/>
            <pc:sldMk cId="0" sldId="259"/>
            <ac:picMk id="88" creationId="{B043D727-6A74-58A4-DCCA-E79DF4D563B1}"/>
          </ac:picMkLst>
        </pc:picChg>
      </pc:sldChg>
      <pc:sldChg chg="modSp del mod">
        <pc:chgData name="LOU GASEVSKI" userId="ff7f85ac-9c79-4788-960f-c7c9967227bb" providerId="ADAL" clId="{89EBAA7D-8B29-419A-8176-6FE71566CD7E}" dt="2026-06-10T13:26:35.922" v="2053" actId="47"/>
        <pc:sldMkLst>
          <pc:docMk/>
          <pc:sldMk cId="0" sldId="260"/>
        </pc:sldMkLst>
        <pc:spChg chg="mod">
          <ac:chgData name="LOU GASEVSKI" userId="ff7f85ac-9c79-4788-960f-c7c9967227bb" providerId="ADAL" clId="{89EBAA7D-8B29-419A-8176-6FE71566CD7E}" dt="2026-06-10T12:35:20.678" v="996" actId="114"/>
          <ac:spMkLst>
            <pc:docMk/>
            <pc:sldMk cId="0" sldId="260"/>
            <ac:spMk id="3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34:38.210" v="435" actId="20577"/>
          <ac:spMkLst>
            <pc:docMk/>
            <pc:sldMk cId="0" sldId="260"/>
            <ac:spMk id="29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2:36:07.261" v="998" actId="113"/>
          <ac:spMkLst>
            <pc:docMk/>
            <pc:sldMk cId="0" sldId="260"/>
            <ac:spMk id="30" creationId="{00000000-0000-0000-0000-000000000000}"/>
          </ac:spMkLst>
        </pc:spChg>
      </pc:sldChg>
      <pc:sldChg chg="addSp delSp del mod">
        <pc:chgData name="LOU GASEVSKI" userId="ff7f85ac-9c79-4788-960f-c7c9967227bb" providerId="ADAL" clId="{89EBAA7D-8B29-419A-8176-6FE71566CD7E}" dt="2026-06-10T13:22:59.472" v="1966" actId="47"/>
        <pc:sldMkLst>
          <pc:docMk/>
          <pc:sldMk cId="0" sldId="261"/>
        </pc:sldMkLst>
        <pc:spChg chg="add del">
          <ac:chgData name="LOU GASEVSKI" userId="ff7f85ac-9c79-4788-960f-c7c9967227bb" providerId="ADAL" clId="{89EBAA7D-8B29-419A-8176-6FE71566CD7E}" dt="2026-06-10T13:12:00.229" v="1890" actId="21"/>
          <ac:spMkLst>
            <pc:docMk/>
            <pc:sldMk cId="0" sldId="261"/>
            <ac:spMk id="6" creationId="{00000000-0000-0000-0000-000000000000}"/>
          </ac:spMkLst>
        </pc:spChg>
        <pc:spChg chg="add del">
          <ac:chgData name="LOU GASEVSKI" userId="ff7f85ac-9c79-4788-960f-c7c9967227bb" providerId="ADAL" clId="{89EBAA7D-8B29-419A-8176-6FE71566CD7E}" dt="2026-06-10T13:12:00.229" v="1890" actId="21"/>
          <ac:spMkLst>
            <pc:docMk/>
            <pc:sldMk cId="0" sldId="261"/>
            <ac:spMk id="7" creationId="{00000000-0000-0000-0000-000000000000}"/>
          </ac:spMkLst>
        </pc:spChg>
        <pc:spChg chg="add del">
          <ac:chgData name="LOU GASEVSKI" userId="ff7f85ac-9c79-4788-960f-c7c9967227bb" providerId="ADAL" clId="{89EBAA7D-8B29-419A-8176-6FE71566CD7E}" dt="2026-06-10T13:12:00.229" v="1890" actId="21"/>
          <ac:spMkLst>
            <pc:docMk/>
            <pc:sldMk cId="0" sldId="261"/>
            <ac:spMk id="8" creationId="{00000000-0000-0000-0000-000000000000}"/>
          </ac:spMkLst>
        </pc:spChg>
        <pc:spChg chg="add del">
          <ac:chgData name="LOU GASEVSKI" userId="ff7f85ac-9c79-4788-960f-c7c9967227bb" providerId="ADAL" clId="{89EBAA7D-8B29-419A-8176-6FE71566CD7E}" dt="2026-06-10T13:12:00.229" v="1890" actId="21"/>
          <ac:spMkLst>
            <pc:docMk/>
            <pc:sldMk cId="0" sldId="261"/>
            <ac:spMk id="11" creationId="{00000000-0000-0000-0000-000000000000}"/>
          </ac:spMkLst>
        </pc:spChg>
        <pc:spChg chg="add del">
          <ac:chgData name="LOU GASEVSKI" userId="ff7f85ac-9c79-4788-960f-c7c9967227bb" providerId="ADAL" clId="{89EBAA7D-8B29-419A-8176-6FE71566CD7E}" dt="2026-06-10T13:12:00.229" v="1890" actId="21"/>
          <ac:spMkLst>
            <pc:docMk/>
            <pc:sldMk cId="0" sldId="261"/>
            <ac:spMk id="12" creationId="{00000000-0000-0000-0000-000000000000}"/>
          </ac:spMkLst>
        </pc:spChg>
        <pc:spChg chg="add del">
          <ac:chgData name="LOU GASEVSKI" userId="ff7f85ac-9c79-4788-960f-c7c9967227bb" providerId="ADAL" clId="{89EBAA7D-8B29-419A-8176-6FE71566CD7E}" dt="2026-06-10T13:12:00.229" v="1890" actId="21"/>
          <ac:spMkLst>
            <pc:docMk/>
            <pc:sldMk cId="0" sldId="261"/>
            <ac:spMk id="13" creationId="{00000000-0000-0000-0000-000000000000}"/>
          </ac:spMkLst>
        </pc:spChg>
        <pc:spChg chg="add del">
          <ac:chgData name="LOU GASEVSKI" userId="ff7f85ac-9c79-4788-960f-c7c9967227bb" providerId="ADAL" clId="{89EBAA7D-8B29-419A-8176-6FE71566CD7E}" dt="2026-06-10T13:12:00.229" v="1890" actId="21"/>
          <ac:spMkLst>
            <pc:docMk/>
            <pc:sldMk cId="0" sldId="261"/>
            <ac:spMk id="15" creationId="{00000000-0000-0000-0000-000000000000}"/>
          </ac:spMkLst>
        </pc:spChg>
        <pc:spChg chg="add del">
          <ac:chgData name="LOU GASEVSKI" userId="ff7f85ac-9c79-4788-960f-c7c9967227bb" providerId="ADAL" clId="{89EBAA7D-8B29-419A-8176-6FE71566CD7E}" dt="2026-06-10T13:12:00.229" v="1890" actId="21"/>
          <ac:spMkLst>
            <pc:docMk/>
            <pc:sldMk cId="0" sldId="261"/>
            <ac:spMk id="16" creationId="{00000000-0000-0000-0000-000000000000}"/>
          </ac:spMkLst>
        </pc:spChg>
        <pc:spChg chg="add del">
          <ac:chgData name="LOU GASEVSKI" userId="ff7f85ac-9c79-4788-960f-c7c9967227bb" providerId="ADAL" clId="{89EBAA7D-8B29-419A-8176-6FE71566CD7E}" dt="2026-06-10T13:12:00.229" v="1890" actId="21"/>
          <ac:spMkLst>
            <pc:docMk/>
            <pc:sldMk cId="0" sldId="261"/>
            <ac:spMk id="18" creationId="{00000000-0000-0000-0000-000000000000}"/>
          </ac:spMkLst>
        </pc:spChg>
        <pc:spChg chg="add del">
          <ac:chgData name="LOU GASEVSKI" userId="ff7f85ac-9c79-4788-960f-c7c9967227bb" providerId="ADAL" clId="{89EBAA7D-8B29-419A-8176-6FE71566CD7E}" dt="2026-06-10T13:12:00.229" v="1890" actId="21"/>
          <ac:spMkLst>
            <pc:docMk/>
            <pc:sldMk cId="0" sldId="261"/>
            <ac:spMk id="19" creationId="{00000000-0000-0000-0000-000000000000}"/>
          </ac:spMkLst>
        </pc:spChg>
      </pc:sldChg>
      <pc:sldChg chg="modSp mod">
        <pc:chgData name="LOU GASEVSKI" userId="ff7f85ac-9c79-4788-960f-c7c9967227bb" providerId="ADAL" clId="{89EBAA7D-8B29-419A-8176-6FE71566CD7E}" dt="2026-06-10T13:50:16.711" v="2205" actId="1076"/>
        <pc:sldMkLst>
          <pc:docMk/>
          <pc:sldMk cId="0" sldId="262"/>
        </pc:sldMkLst>
        <pc:spChg chg="mod">
          <ac:chgData name="LOU GASEVSKI" userId="ff7f85ac-9c79-4788-960f-c7c9967227bb" providerId="ADAL" clId="{89EBAA7D-8B29-419A-8176-6FE71566CD7E}" dt="2026-06-10T13:50:16.711" v="2205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50:16.711" v="2205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50:16.711" v="2205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50:16.711" v="2205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50:16.711" v="2205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50:16.711" v="2205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50:16.711" v="2205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50:16.711" v="2205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50:16.711" v="2205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50:16.711" v="2205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36:05.209" v="439" actId="403"/>
          <ac:spMkLst>
            <pc:docMk/>
            <pc:sldMk cId="0" sldId="262"/>
            <ac:spMk id="20" creationId="{00000000-0000-0000-0000-000000000000}"/>
          </ac:spMkLst>
        </pc:spChg>
      </pc:sldChg>
      <pc:sldChg chg="addSp delSp modSp mod">
        <pc:chgData name="LOU GASEVSKI" userId="ff7f85ac-9c79-4788-960f-c7c9967227bb" providerId="ADAL" clId="{89EBAA7D-8B29-419A-8176-6FE71566CD7E}" dt="2026-06-10T02:54:45.788" v="691" actId="20577"/>
        <pc:sldMkLst>
          <pc:docMk/>
          <pc:sldMk cId="0" sldId="263"/>
        </pc:sldMkLst>
        <pc:spChg chg="del mod">
          <ac:chgData name="LOU GASEVSKI" userId="ff7f85ac-9c79-4788-960f-c7c9967227bb" providerId="ADAL" clId="{89EBAA7D-8B29-419A-8176-6FE71566CD7E}" dt="2026-06-09T20:53:10.403" v="50" actId="21"/>
          <ac:spMkLst>
            <pc:docMk/>
            <pc:sldMk cId="0" sldId="263"/>
            <ac:spMk id="2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54:45.788" v="691" actId="20577"/>
          <ac:spMkLst>
            <pc:docMk/>
            <pc:sldMk cId="0" sldId="263"/>
            <ac:spMk id="5" creationId="{00000000-0000-0000-0000-000000000000}"/>
          </ac:spMkLst>
        </pc:spChg>
        <pc:spChg chg="add del mod">
          <ac:chgData name="LOU GASEVSKI" userId="ff7f85ac-9c79-4788-960f-c7c9967227bb" providerId="ADAL" clId="{89EBAA7D-8B29-419A-8176-6FE71566CD7E}" dt="2026-06-09T20:53:12.358" v="51" actId="478"/>
          <ac:spMkLst>
            <pc:docMk/>
            <pc:sldMk cId="0" sldId="263"/>
            <ac:spMk id="43" creationId="{55A99566-F6EF-2B2D-703D-B6C93769C505}"/>
          </ac:spMkLst>
        </pc:spChg>
        <pc:spChg chg="add mod">
          <ac:chgData name="LOU GASEVSKI" userId="ff7f85ac-9c79-4788-960f-c7c9967227bb" providerId="ADAL" clId="{89EBAA7D-8B29-419A-8176-6FE71566CD7E}" dt="2026-06-09T20:53:12.839" v="52"/>
          <ac:spMkLst>
            <pc:docMk/>
            <pc:sldMk cId="0" sldId="263"/>
            <ac:spMk id="44" creationId="{00000000-0000-0000-0000-000000000000}"/>
          </ac:spMkLst>
        </pc:spChg>
      </pc:sldChg>
      <pc:sldChg chg="addSp delSp modSp del mod">
        <pc:chgData name="LOU GASEVSKI" userId="ff7f85ac-9c79-4788-960f-c7c9967227bb" providerId="ADAL" clId="{89EBAA7D-8B29-419A-8176-6FE71566CD7E}" dt="2026-06-10T02:41:31.818" v="454" actId="47"/>
        <pc:sldMkLst>
          <pc:docMk/>
          <pc:sldMk cId="0" sldId="264"/>
        </pc:sldMkLst>
        <pc:spChg chg="mod">
          <ac:chgData name="LOU GASEVSKI" userId="ff7f85ac-9c79-4788-960f-c7c9967227bb" providerId="ADAL" clId="{89EBAA7D-8B29-419A-8176-6FE71566CD7E}" dt="2026-06-10T02:39:01.897" v="445" actId="1076"/>
          <ac:spMkLst>
            <pc:docMk/>
            <pc:sldMk cId="0" sldId="264"/>
            <ac:spMk id="4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2:39:21.901" v="448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2:39:21.901" v="448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2:39:21.901" v="448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2:39:21.901" v="448" actId="478"/>
          <ac:spMkLst>
            <pc:docMk/>
            <pc:sldMk cId="0" sldId="264"/>
            <ac:spMk id="8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2:39:21.901" v="448" actId="478"/>
          <ac:spMkLst>
            <pc:docMk/>
            <pc:sldMk cId="0" sldId="264"/>
            <ac:spMk id="10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2:39:21.901" v="448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2:39:21.901" v="448" actId="478"/>
          <ac:spMkLst>
            <pc:docMk/>
            <pc:sldMk cId="0" sldId="264"/>
            <ac:spMk id="12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2:39:21.901" v="448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2:39:21.901" v="448" actId="478"/>
          <ac:spMkLst>
            <pc:docMk/>
            <pc:sldMk cId="0" sldId="264"/>
            <ac:spMk id="17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2:39:21.901" v="448" actId="478"/>
          <ac:spMkLst>
            <pc:docMk/>
            <pc:sldMk cId="0" sldId="264"/>
            <ac:spMk id="19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39:37.874" v="451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39:37.874" v="451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39:37.874" v="451" actId="107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39:37.874" v="451" actId="1076"/>
          <ac:spMkLst>
            <pc:docMk/>
            <pc:sldMk cId="0" sldId="264"/>
            <ac:spMk id="31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39:37.874" v="451" actId="1076"/>
          <ac:spMkLst>
            <pc:docMk/>
            <pc:sldMk cId="0" sldId="264"/>
            <ac:spMk id="32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39:37.874" v="451" actId="1076"/>
          <ac:spMkLst>
            <pc:docMk/>
            <pc:sldMk cId="0" sldId="264"/>
            <ac:spMk id="35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39:37.874" v="451" actId="1076"/>
          <ac:spMkLst>
            <pc:docMk/>
            <pc:sldMk cId="0" sldId="264"/>
            <ac:spMk id="36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39:37.874" v="451" actId="1076"/>
          <ac:spMkLst>
            <pc:docMk/>
            <pc:sldMk cId="0" sldId="264"/>
            <ac:spMk id="39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39:37.874" v="451" actId="1076"/>
          <ac:spMkLst>
            <pc:docMk/>
            <pc:sldMk cId="0" sldId="264"/>
            <ac:spMk id="40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39:37.874" v="451" actId="1076"/>
          <ac:spMkLst>
            <pc:docMk/>
            <pc:sldMk cId="0" sldId="264"/>
            <ac:spMk id="46" creationId="{00000000-0000-0000-0000-000000000000}"/>
          </ac:spMkLst>
        </pc:spChg>
        <pc:spChg chg="add mod">
          <ac:chgData name="LOU GASEVSKI" userId="ff7f85ac-9c79-4788-960f-c7c9967227bb" providerId="ADAL" clId="{89EBAA7D-8B29-419A-8176-6FE71566CD7E}" dt="2026-06-10T02:39:22.727" v="449"/>
          <ac:spMkLst>
            <pc:docMk/>
            <pc:sldMk cId="0" sldId="264"/>
            <ac:spMk id="53" creationId="{7ABACACB-3D76-518A-FAC4-A8660E43FF08}"/>
          </ac:spMkLst>
        </pc:spChg>
        <pc:spChg chg="add mod">
          <ac:chgData name="LOU GASEVSKI" userId="ff7f85ac-9c79-4788-960f-c7c9967227bb" providerId="ADAL" clId="{89EBAA7D-8B29-419A-8176-6FE71566CD7E}" dt="2026-06-10T02:39:22.727" v="449"/>
          <ac:spMkLst>
            <pc:docMk/>
            <pc:sldMk cId="0" sldId="264"/>
            <ac:spMk id="54" creationId="{80938A2D-34B6-2BD5-E81D-B43C9E1032C0}"/>
          </ac:spMkLst>
        </pc:spChg>
        <pc:spChg chg="add mod">
          <ac:chgData name="LOU GASEVSKI" userId="ff7f85ac-9c79-4788-960f-c7c9967227bb" providerId="ADAL" clId="{89EBAA7D-8B29-419A-8176-6FE71566CD7E}" dt="2026-06-10T02:39:22.727" v="449"/>
          <ac:spMkLst>
            <pc:docMk/>
            <pc:sldMk cId="0" sldId="264"/>
            <ac:spMk id="56" creationId="{32D49145-EE6E-600F-D72E-C53BE7244C72}"/>
          </ac:spMkLst>
        </pc:spChg>
        <pc:spChg chg="add mod">
          <ac:chgData name="LOU GASEVSKI" userId="ff7f85ac-9c79-4788-960f-c7c9967227bb" providerId="ADAL" clId="{89EBAA7D-8B29-419A-8176-6FE71566CD7E}" dt="2026-06-10T02:39:22.727" v="449"/>
          <ac:spMkLst>
            <pc:docMk/>
            <pc:sldMk cId="0" sldId="264"/>
            <ac:spMk id="64" creationId="{7466BFE1-D88A-6231-84CE-5DDC9AB276FF}"/>
          </ac:spMkLst>
        </pc:spChg>
        <pc:spChg chg="add mod">
          <ac:chgData name="LOU GASEVSKI" userId="ff7f85ac-9c79-4788-960f-c7c9967227bb" providerId="ADAL" clId="{89EBAA7D-8B29-419A-8176-6FE71566CD7E}" dt="2026-06-10T02:39:22.727" v="449"/>
          <ac:spMkLst>
            <pc:docMk/>
            <pc:sldMk cId="0" sldId="264"/>
            <ac:spMk id="69" creationId="{7FEA9D35-04CA-FC4D-BF04-2C52493EB893}"/>
          </ac:spMkLst>
        </pc:spChg>
        <pc:spChg chg="add mod">
          <ac:chgData name="LOU GASEVSKI" userId="ff7f85ac-9c79-4788-960f-c7c9967227bb" providerId="ADAL" clId="{89EBAA7D-8B29-419A-8176-6FE71566CD7E}" dt="2026-06-10T02:39:22.727" v="449"/>
          <ac:spMkLst>
            <pc:docMk/>
            <pc:sldMk cId="0" sldId="264"/>
            <ac:spMk id="71" creationId="{37A6D39F-6E97-B64F-A310-F9BF744194F0}"/>
          </ac:spMkLst>
        </pc:spChg>
        <pc:spChg chg="add mod">
          <ac:chgData name="LOU GASEVSKI" userId="ff7f85ac-9c79-4788-960f-c7c9967227bb" providerId="ADAL" clId="{89EBAA7D-8B29-419A-8176-6FE71566CD7E}" dt="2026-06-10T02:39:22.727" v="449"/>
          <ac:spMkLst>
            <pc:docMk/>
            <pc:sldMk cId="0" sldId="264"/>
            <ac:spMk id="73" creationId="{C8C5FD8C-1335-5445-EFB7-33C03F330C43}"/>
          </ac:spMkLst>
        </pc:spChg>
        <pc:spChg chg="add mod">
          <ac:chgData name="LOU GASEVSKI" userId="ff7f85ac-9c79-4788-960f-c7c9967227bb" providerId="ADAL" clId="{89EBAA7D-8B29-419A-8176-6FE71566CD7E}" dt="2026-06-10T02:39:22.727" v="449"/>
          <ac:spMkLst>
            <pc:docMk/>
            <pc:sldMk cId="0" sldId="264"/>
            <ac:spMk id="78" creationId="{F95D6AD2-25FC-AB01-5C67-5116CC6836A1}"/>
          </ac:spMkLst>
        </pc:spChg>
        <pc:spChg chg="add mod">
          <ac:chgData name="LOU GASEVSKI" userId="ff7f85ac-9c79-4788-960f-c7c9967227bb" providerId="ADAL" clId="{89EBAA7D-8B29-419A-8176-6FE71566CD7E}" dt="2026-06-10T02:39:22.727" v="449"/>
          <ac:spMkLst>
            <pc:docMk/>
            <pc:sldMk cId="0" sldId="264"/>
            <ac:spMk id="88" creationId="{791C8F9A-F8DC-FFF5-B686-7AFCEB158F2C}"/>
          </ac:spMkLst>
        </pc:spChg>
        <pc:spChg chg="add mod">
          <ac:chgData name="LOU GASEVSKI" userId="ff7f85ac-9c79-4788-960f-c7c9967227bb" providerId="ADAL" clId="{89EBAA7D-8B29-419A-8176-6FE71566CD7E}" dt="2026-06-10T02:39:22.727" v="449"/>
          <ac:spMkLst>
            <pc:docMk/>
            <pc:sldMk cId="0" sldId="264"/>
            <ac:spMk id="94" creationId="{ABD995F8-AB2E-CCB3-EC6A-225764D1A323}"/>
          </ac:spMkLst>
        </pc:spChg>
        <pc:spChg chg="add mod">
          <ac:chgData name="LOU GASEVSKI" userId="ff7f85ac-9c79-4788-960f-c7c9967227bb" providerId="ADAL" clId="{89EBAA7D-8B29-419A-8176-6FE71566CD7E}" dt="2026-06-10T02:39:38.830" v="452"/>
          <ac:spMkLst>
            <pc:docMk/>
            <pc:sldMk cId="0" sldId="264"/>
            <ac:spMk id="95" creationId="{663EC43A-F294-17F2-DB88-5352DF4799AD}"/>
          </ac:spMkLst>
        </pc:spChg>
        <pc:spChg chg="add mod">
          <ac:chgData name="LOU GASEVSKI" userId="ff7f85ac-9c79-4788-960f-c7c9967227bb" providerId="ADAL" clId="{89EBAA7D-8B29-419A-8176-6FE71566CD7E}" dt="2026-06-10T02:39:38.830" v="452"/>
          <ac:spMkLst>
            <pc:docMk/>
            <pc:sldMk cId="0" sldId="264"/>
            <ac:spMk id="96" creationId="{CF5C4264-B92A-05B6-26C3-E5B55F2E7F67}"/>
          </ac:spMkLst>
        </pc:spChg>
        <pc:spChg chg="add mod">
          <ac:chgData name="LOU GASEVSKI" userId="ff7f85ac-9c79-4788-960f-c7c9967227bb" providerId="ADAL" clId="{89EBAA7D-8B29-419A-8176-6FE71566CD7E}" dt="2026-06-10T02:39:38.830" v="452"/>
          <ac:spMkLst>
            <pc:docMk/>
            <pc:sldMk cId="0" sldId="264"/>
            <ac:spMk id="101" creationId="{1ECAAA8C-A8DD-4463-D70A-2E4D43012583}"/>
          </ac:spMkLst>
        </pc:spChg>
        <pc:spChg chg="add mod">
          <ac:chgData name="LOU GASEVSKI" userId="ff7f85ac-9c79-4788-960f-c7c9967227bb" providerId="ADAL" clId="{89EBAA7D-8B29-419A-8176-6FE71566CD7E}" dt="2026-06-10T02:39:38.830" v="452"/>
          <ac:spMkLst>
            <pc:docMk/>
            <pc:sldMk cId="0" sldId="264"/>
            <ac:spMk id="106" creationId="{36700DFC-25C4-5984-ECF4-1ED7ACF61326}"/>
          </ac:spMkLst>
        </pc:spChg>
        <pc:spChg chg="add mod">
          <ac:chgData name="LOU GASEVSKI" userId="ff7f85ac-9c79-4788-960f-c7c9967227bb" providerId="ADAL" clId="{89EBAA7D-8B29-419A-8176-6FE71566CD7E}" dt="2026-06-10T02:39:38.830" v="452"/>
          <ac:spMkLst>
            <pc:docMk/>
            <pc:sldMk cId="0" sldId="264"/>
            <ac:spMk id="115" creationId="{05C6C1E2-0160-64EB-CB9A-5A4AE8A399B0}"/>
          </ac:spMkLst>
        </pc:spChg>
        <pc:spChg chg="add mod">
          <ac:chgData name="LOU GASEVSKI" userId="ff7f85ac-9c79-4788-960f-c7c9967227bb" providerId="ADAL" clId="{89EBAA7D-8B29-419A-8176-6FE71566CD7E}" dt="2026-06-10T02:39:38.830" v="452"/>
          <ac:spMkLst>
            <pc:docMk/>
            <pc:sldMk cId="0" sldId="264"/>
            <ac:spMk id="118" creationId="{8034382D-EADB-5A41-ACBB-041F4EF3C728}"/>
          </ac:spMkLst>
        </pc:spChg>
        <pc:spChg chg="add mod">
          <ac:chgData name="LOU GASEVSKI" userId="ff7f85ac-9c79-4788-960f-c7c9967227bb" providerId="ADAL" clId="{89EBAA7D-8B29-419A-8176-6FE71566CD7E}" dt="2026-06-10T02:39:38.830" v="452"/>
          <ac:spMkLst>
            <pc:docMk/>
            <pc:sldMk cId="0" sldId="264"/>
            <ac:spMk id="120" creationId="{00425499-7D0A-1157-6958-DB7AC6D938CB}"/>
          </ac:spMkLst>
        </pc:spChg>
        <pc:spChg chg="add mod">
          <ac:chgData name="LOU GASEVSKI" userId="ff7f85ac-9c79-4788-960f-c7c9967227bb" providerId="ADAL" clId="{89EBAA7D-8B29-419A-8176-6FE71566CD7E}" dt="2026-06-10T02:39:38.830" v="452"/>
          <ac:spMkLst>
            <pc:docMk/>
            <pc:sldMk cId="0" sldId="264"/>
            <ac:spMk id="123" creationId="{E4364917-D9E5-6F0B-0970-FF102DE9235F}"/>
          </ac:spMkLst>
        </pc:spChg>
        <pc:spChg chg="add mod">
          <ac:chgData name="LOU GASEVSKI" userId="ff7f85ac-9c79-4788-960f-c7c9967227bb" providerId="ADAL" clId="{89EBAA7D-8B29-419A-8176-6FE71566CD7E}" dt="2026-06-10T02:39:38.830" v="452"/>
          <ac:spMkLst>
            <pc:docMk/>
            <pc:sldMk cId="0" sldId="264"/>
            <ac:spMk id="126" creationId="{9F68A353-4A18-92B0-7EE6-CAEDF7A49214}"/>
          </ac:spMkLst>
        </pc:spChg>
        <pc:spChg chg="mod">
          <ac:chgData name="LOU GASEVSKI" userId="ff7f85ac-9c79-4788-960f-c7c9967227bb" providerId="ADAL" clId="{89EBAA7D-8B29-419A-8176-6FE71566CD7E}" dt="2026-06-10T02:39:50.200" v="453" actId="1076"/>
          <ac:spMkLst>
            <pc:docMk/>
            <pc:sldMk cId="0" sldId="264"/>
            <ac:spMk id="129" creationId="{5CD2BDB2-0B37-EDAA-E068-2ED3C8CE7BA5}"/>
          </ac:spMkLst>
        </pc:spChg>
        <pc:spChg chg="add mod">
          <ac:chgData name="LOU GASEVSKI" userId="ff7f85ac-9c79-4788-960f-c7c9967227bb" providerId="ADAL" clId="{89EBAA7D-8B29-419A-8176-6FE71566CD7E}" dt="2026-06-10T02:39:38.830" v="452"/>
          <ac:spMkLst>
            <pc:docMk/>
            <pc:sldMk cId="0" sldId="264"/>
            <ac:spMk id="132" creationId="{C0C0A92B-3B1E-6806-F885-11C82CC5C3CF}"/>
          </ac:spMkLst>
        </pc:spChg>
      </pc:sldChg>
      <pc:sldChg chg="addSp delSp modSp mod">
        <pc:chgData name="LOU GASEVSKI" userId="ff7f85ac-9c79-4788-960f-c7c9967227bb" providerId="ADAL" clId="{89EBAA7D-8B29-419A-8176-6FE71566CD7E}" dt="2026-06-10T01:10:31.746" v="196"/>
        <pc:sldMkLst>
          <pc:docMk/>
          <pc:sldMk cId="0" sldId="266"/>
        </pc:sldMkLst>
        <pc:spChg chg="mod">
          <ac:chgData name="LOU GASEVSKI" userId="ff7f85ac-9c79-4788-960f-c7c9967227bb" providerId="ADAL" clId="{89EBAA7D-8B29-419A-8176-6FE71566CD7E}" dt="2026-06-09T20:50:06.240" v="6" actId="14100"/>
          <ac:spMkLst>
            <pc:docMk/>
            <pc:sldMk cId="0" sldId="266"/>
            <ac:spMk id="6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1:08:23.342" v="180" actId="1076"/>
          <ac:spMkLst>
            <pc:docMk/>
            <pc:sldMk cId="0" sldId="266"/>
            <ac:spMk id="7" creationId="{00000000-0000-0000-0000-000000000000}"/>
          </ac:spMkLst>
        </pc:spChg>
        <pc:spChg chg="mod ord">
          <ac:chgData name="LOU GASEVSKI" userId="ff7f85ac-9c79-4788-960f-c7c9967227bb" providerId="ADAL" clId="{89EBAA7D-8B29-419A-8176-6FE71566CD7E}" dt="2026-06-10T01:08:48.574" v="186" actId="167"/>
          <ac:spMkLst>
            <pc:docMk/>
            <pc:sldMk cId="0" sldId="266"/>
            <ac:spMk id="8" creationId="{00000000-0000-0000-0000-000000000000}"/>
          </ac:spMkLst>
        </pc:spChg>
        <pc:spChg chg="mod ord">
          <ac:chgData name="LOU GASEVSKI" userId="ff7f85ac-9c79-4788-960f-c7c9967227bb" providerId="ADAL" clId="{89EBAA7D-8B29-419A-8176-6FE71566CD7E}" dt="2026-06-10T01:08:48.574" v="186" actId="167"/>
          <ac:spMkLst>
            <pc:docMk/>
            <pc:sldMk cId="0" sldId="266"/>
            <ac:spMk id="9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1:10:31.746" v="196"/>
          <ac:spMkLst>
            <pc:docMk/>
            <pc:sldMk cId="0" sldId="266"/>
            <ac:spMk id="12" creationId="{00000000-0000-0000-0000-000000000000}"/>
          </ac:spMkLst>
        </pc:spChg>
        <pc:spChg chg="add mod ord">
          <ac:chgData name="LOU GASEVSKI" userId="ff7f85ac-9c79-4788-960f-c7c9967227bb" providerId="ADAL" clId="{89EBAA7D-8B29-419A-8176-6FE71566CD7E}" dt="2026-06-10T01:08:41.183" v="185" actId="167"/>
          <ac:spMkLst>
            <pc:docMk/>
            <pc:sldMk cId="0" sldId="266"/>
            <ac:spMk id="50" creationId="{3F4B4DF3-5E39-BF2D-612E-BA20333FC8B0}"/>
          </ac:spMkLst>
        </pc:spChg>
        <pc:spChg chg="add mod">
          <ac:chgData name="LOU GASEVSKI" userId="ff7f85ac-9c79-4788-960f-c7c9967227bb" providerId="ADAL" clId="{89EBAA7D-8B29-419A-8176-6FE71566CD7E}" dt="2026-06-10T01:09:54.560" v="192" actId="164"/>
          <ac:spMkLst>
            <pc:docMk/>
            <pc:sldMk cId="0" sldId="266"/>
            <ac:spMk id="51" creationId="{632E353A-7F3A-D5EB-D3CB-BA650EB0B256}"/>
          </ac:spMkLst>
        </pc:spChg>
        <pc:spChg chg="add mod">
          <ac:chgData name="LOU GASEVSKI" userId="ff7f85ac-9c79-4788-960f-c7c9967227bb" providerId="ADAL" clId="{89EBAA7D-8B29-419A-8176-6FE71566CD7E}" dt="2026-06-10T01:09:54.560" v="192" actId="164"/>
          <ac:spMkLst>
            <pc:docMk/>
            <pc:sldMk cId="0" sldId="266"/>
            <ac:spMk id="52" creationId="{634F8DA4-350A-2369-C790-5E9CE9C5952C}"/>
          </ac:spMkLst>
        </pc:spChg>
        <pc:spChg chg="add del mod">
          <ac:chgData name="LOU GASEVSKI" userId="ff7f85ac-9c79-4788-960f-c7c9967227bb" providerId="ADAL" clId="{89EBAA7D-8B29-419A-8176-6FE71566CD7E}" dt="2026-06-10T01:10:08.743" v="195" actId="478"/>
          <ac:spMkLst>
            <pc:docMk/>
            <pc:sldMk cId="0" sldId="266"/>
            <ac:spMk id="53" creationId="{09D2F71C-5B45-DF48-5256-8DFE596DEAAD}"/>
          </ac:spMkLst>
        </pc:spChg>
        <pc:grpChg chg="add mod ord">
          <ac:chgData name="LOU GASEVSKI" userId="ff7f85ac-9c79-4788-960f-c7c9967227bb" providerId="ADAL" clId="{89EBAA7D-8B29-419A-8176-6FE71566CD7E}" dt="2026-06-10T01:10:04.896" v="194" actId="167"/>
          <ac:grpSpMkLst>
            <pc:docMk/>
            <pc:sldMk cId="0" sldId="266"/>
            <ac:grpSpMk id="54" creationId="{7F40BA84-E37B-6352-E091-0C9808814FE4}"/>
          </ac:grpSpMkLst>
        </pc:grpChg>
      </pc:sldChg>
      <pc:sldChg chg="addSp delSp modSp mod">
        <pc:chgData name="LOU GASEVSKI" userId="ff7f85ac-9c79-4788-960f-c7c9967227bb" providerId="ADAL" clId="{89EBAA7D-8B29-419A-8176-6FE71566CD7E}" dt="2026-06-10T01:10:46.050" v="199" actId="1076"/>
        <pc:sldMkLst>
          <pc:docMk/>
          <pc:sldMk cId="0" sldId="267"/>
        </pc:sldMkLst>
        <pc:spChg chg="mod">
          <ac:chgData name="LOU GASEVSKI" userId="ff7f85ac-9c79-4788-960f-c7c9967227bb" providerId="ADAL" clId="{89EBAA7D-8B29-419A-8176-6FE71566CD7E}" dt="2026-06-10T01:10:46.050" v="199" actId="1076"/>
          <ac:spMkLst>
            <pc:docMk/>
            <pc:sldMk cId="0" sldId="267"/>
            <ac:spMk id="4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1:10:46.050" v="199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1:10:46.050" v="199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1:10:46.050" v="199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1:10:46.050" v="199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1:10:46.050" v="199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1:10:46.050" v="199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1:10:46.050" v="199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1:10:46.050" v="199" actId="107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1:10:46.050" v="199" actId="107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09T18:49:53.564" v="0" actId="1076"/>
          <ac:spMkLst>
            <pc:docMk/>
            <pc:sldMk cId="0" sldId="267"/>
            <ac:spMk id="27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09T20:50:23.210" v="7" actId="1076"/>
          <ac:spMkLst>
            <pc:docMk/>
            <pc:sldMk cId="0" sldId="267"/>
            <ac:spMk id="30" creationId="{00000000-0000-0000-0000-000000000000}"/>
          </ac:spMkLst>
        </pc:spChg>
        <pc:spChg chg="add del mod">
          <ac:chgData name="LOU GASEVSKI" userId="ff7f85ac-9c79-4788-960f-c7c9967227bb" providerId="ADAL" clId="{89EBAA7D-8B29-419A-8176-6FE71566CD7E}" dt="2026-06-09T20:50:47.916" v="11" actId="21"/>
          <ac:spMkLst>
            <pc:docMk/>
            <pc:sldMk cId="0" sldId="267"/>
            <ac:spMk id="32" creationId="{00000000-0000-0000-0000-000000000000}"/>
          </ac:spMkLst>
        </pc:spChg>
      </pc:sldChg>
      <pc:sldChg chg="addSp delSp modSp mod">
        <pc:chgData name="LOU GASEVSKI" userId="ff7f85ac-9c79-4788-960f-c7c9967227bb" providerId="ADAL" clId="{89EBAA7D-8B29-419A-8176-6FE71566CD7E}" dt="2026-06-09T20:50:50.124" v="12"/>
        <pc:sldMkLst>
          <pc:docMk/>
          <pc:sldMk cId="0" sldId="268"/>
        </pc:sldMkLst>
        <pc:spChg chg="del">
          <ac:chgData name="LOU GASEVSKI" userId="ff7f85ac-9c79-4788-960f-c7c9967227bb" providerId="ADAL" clId="{89EBAA7D-8B29-419A-8176-6FE71566CD7E}" dt="2026-06-09T20:50:39.247" v="8" actId="21"/>
          <ac:spMkLst>
            <pc:docMk/>
            <pc:sldMk cId="0" sldId="268"/>
            <ac:spMk id="2" creationId="{00000000-0000-0000-0000-000000000000}"/>
          </ac:spMkLst>
        </pc:spChg>
        <pc:spChg chg="add mod">
          <ac:chgData name="LOU GASEVSKI" userId="ff7f85ac-9c79-4788-960f-c7c9967227bb" providerId="ADAL" clId="{89EBAA7D-8B29-419A-8176-6FE71566CD7E}" dt="2026-06-09T20:50:50.124" v="12"/>
          <ac:spMkLst>
            <pc:docMk/>
            <pc:sldMk cId="0" sldId="268"/>
            <ac:spMk id="32" creationId="{00000000-0000-0000-0000-000000000000}"/>
          </ac:spMkLst>
        </pc:spChg>
      </pc:sldChg>
      <pc:sldChg chg="addSp delSp modSp mod">
        <pc:chgData name="LOU GASEVSKI" userId="ff7f85ac-9c79-4788-960f-c7c9967227bb" providerId="ADAL" clId="{89EBAA7D-8B29-419A-8176-6FE71566CD7E}" dt="2026-06-10T01:04:17.208" v="170" actId="1076"/>
        <pc:sldMkLst>
          <pc:docMk/>
          <pc:sldMk cId="0" sldId="269"/>
        </pc:sldMkLst>
        <pc:spChg chg="mod">
          <ac:chgData name="LOU GASEVSKI" userId="ff7f85ac-9c79-4788-960f-c7c9967227bb" providerId="ADAL" clId="{89EBAA7D-8B29-419A-8176-6FE71566CD7E}" dt="2026-06-10T01:04:04.603" v="167" actId="1035"/>
          <ac:spMkLst>
            <pc:docMk/>
            <pc:sldMk cId="0" sldId="269"/>
            <ac:spMk id="2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1:04:04.603" v="167" actId="1035"/>
          <ac:spMkLst>
            <pc:docMk/>
            <pc:sldMk cId="0" sldId="269"/>
            <ac:spMk id="3" creationId="{00000000-0000-0000-0000-000000000000}"/>
          </ac:spMkLst>
        </pc:spChg>
        <pc:spChg chg="add mod">
          <ac:chgData name="LOU GASEVSKI" userId="ff7f85ac-9c79-4788-960f-c7c9967227bb" providerId="ADAL" clId="{89EBAA7D-8B29-419A-8176-6FE71566CD7E}" dt="2026-06-10T01:03:46.473" v="159" actId="1076"/>
          <ac:spMkLst>
            <pc:docMk/>
            <pc:sldMk cId="0" sldId="269"/>
            <ac:spMk id="4" creationId="{D42B5D2D-C62C-B97C-E872-D4374177EA8D}"/>
          </ac:spMkLst>
        </pc:spChg>
        <pc:spChg chg="add mod">
          <ac:chgData name="LOU GASEVSKI" userId="ff7f85ac-9c79-4788-960f-c7c9967227bb" providerId="ADAL" clId="{89EBAA7D-8B29-419A-8176-6FE71566CD7E}" dt="2026-06-10T01:04:17.208" v="170" actId="1076"/>
          <ac:spMkLst>
            <pc:docMk/>
            <pc:sldMk cId="0" sldId="269"/>
            <ac:spMk id="5" creationId="{EFF81E6F-C674-8C02-5362-69C7ECF652A3}"/>
          </ac:spMkLst>
        </pc:spChg>
        <pc:spChg chg="add mod">
          <ac:chgData name="LOU GASEVSKI" userId="ff7f85ac-9c79-4788-960f-c7c9967227bb" providerId="ADAL" clId="{89EBAA7D-8B29-419A-8176-6FE71566CD7E}" dt="2026-06-10T01:04:17.208" v="170" actId="1076"/>
          <ac:spMkLst>
            <pc:docMk/>
            <pc:sldMk cId="0" sldId="269"/>
            <ac:spMk id="6" creationId="{1D5E812F-414E-44B1-BD4B-89A45A0F43CB}"/>
          </ac:spMkLst>
        </pc:spChg>
        <pc:spChg chg="add del mod">
          <ac:chgData name="LOU GASEVSKI" userId="ff7f85ac-9c79-4788-960f-c7c9967227bb" providerId="ADAL" clId="{89EBAA7D-8B29-419A-8176-6FE71566CD7E}" dt="2026-06-10T01:04:08.597" v="169" actId="478"/>
          <ac:spMkLst>
            <pc:docMk/>
            <pc:sldMk cId="0" sldId="269"/>
            <ac:spMk id="7" creationId="{2B70B8BF-F8A1-50A5-DC86-B1D33F6413ED}"/>
          </ac:spMkLst>
        </pc:spChg>
      </pc:sldChg>
      <pc:sldChg chg="delSp del mod">
        <pc:chgData name="LOU GASEVSKI" userId="ff7f85ac-9c79-4788-960f-c7c9967227bb" providerId="ADAL" clId="{89EBAA7D-8B29-419A-8176-6FE71566CD7E}" dt="2026-06-10T01:03:40.530" v="158" actId="47"/>
        <pc:sldMkLst>
          <pc:docMk/>
          <pc:sldMk cId="0" sldId="270"/>
        </pc:sldMkLst>
        <pc:spChg chg="del">
          <ac:chgData name="LOU GASEVSKI" userId="ff7f85ac-9c79-4788-960f-c7c9967227bb" providerId="ADAL" clId="{89EBAA7D-8B29-419A-8176-6FE71566CD7E}" dt="2026-06-10T01:01:44.904" v="152" actId="478"/>
          <ac:spMkLst>
            <pc:docMk/>
            <pc:sldMk cId="0" sldId="270"/>
            <ac:spMk id="4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1:01:44.904" v="152" actId="478"/>
          <ac:spMkLst>
            <pc:docMk/>
            <pc:sldMk cId="0" sldId="270"/>
            <ac:spMk id="5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1:01:44.904" v="152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1:01:44.904" v="152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1:01:44.904" v="152" actId="478"/>
          <ac:spMkLst>
            <pc:docMk/>
            <pc:sldMk cId="0" sldId="270"/>
            <ac:spMk id="14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1:01:44.904" v="152" actId="478"/>
          <ac:spMkLst>
            <pc:docMk/>
            <pc:sldMk cId="0" sldId="270"/>
            <ac:spMk id="19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1:01:44.904" v="152" actId="478"/>
          <ac:spMkLst>
            <pc:docMk/>
            <pc:sldMk cId="0" sldId="270"/>
            <ac:spMk id="20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1:01:44.904" v="152" actId="478"/>
          <ac:spMkLst>
            <pc:docMk/>
            <pc:sldMk cId="0" sldId="270"/>
            <ac:spMk id="25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1:01:44.904" v="152" actId="478"/>
          <ac:spMkLst>
            <pc:docMk/>
            <pc:sldMk cId="0" sldId="270"/>
            <ac:spMk id="33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1:01:44.904" v="152" actId="478"/>
          <ac:spMkLst>
            <pc:docMk/>
            <pc:sldMk cId="0" sldId="270"/>
            <ac:spMk id="34" creationId="{00000000-0000-0000-0000-000000000000}"/>
          </ac:spMkLst>
        </pc:spChg>
      </pc:sldChg>
      <pc:sldChg chg="addSp delSp modSp mod">
        <pc:chgData name="LOU GASEVSKI" userId="ff7f85ac-9c79-4788-960f-c7c9967227bb" providerId="ADAL" clId="{89EBAA7D-8B29-419A-8176-6FE71566CD7E}" dt="2026-06-09T21:23:23.984" v="108" actId="1076"/>
        <pc:sldMkLst>
          <pc:docMk/>
          <pc:sldMk cId="0" sldId="271"/>
        </pc:sldMkLst>
        <pc:spChg chg="del mod">
          <ac:chgData name="LOU GASEVSKI" userId="ff7f85ac-9c79-4788-960f-c7c9967227bb" providerId="ADAL" clId="{89EBAA7D-8B29-419A-8176-6FE71566CD7E}" dt="2026-06-09T20:51:11.073" v="16" actId="21"/>
          <ac:spMkLst>
            <pc:docMk/>
            <pc:sldMk cId="0" sldId="271"/>
            <ac:spMk id="2" creationId="{00000000-0000-0000-0000-000000000000}"/>
          </ac:spMkLst>
        </pc:spChg>
        <pc:spChg chg="add del mod">
          <ac:chgData name="LOU GASEVSKI" userId="ff7f85ac-9c79-4788-960f-c7c9967227bb" providerId="ADAL" clId="{89EBAA7D-8B29-419A-8176-6FE71566CD7E}" dt="2026-06-09T21:23:19.482" v="107" actId="478"/>
          <ac:spMkLst>
            <pc:docMk/>
            <pc:sldMk cId="0" sldId="271"/>
            <ac:spMk id="2" creationId="{854596B9-940A-3B3D-CE5E-9B41D62AC286}"/>
          </ac:spMkLst>
        </pc:spChg>
        <pc:spChg chg="mod">
          <ac:chgData name="LOU GASEVSKI" userId="ff7f85ac-9c79-4788-960f-c7c9967227bb" providerId="ADAL" clId="{89EBAA7D-8B29-419A-8176-6FE71566CD7E}" dt="2026-06-09T21:23:23.984" v="108" actId="1076"/>
          <ac:spMkLst>
            <pc:docMk/>
            <pc:sldMk cId="0" sldId="271"/>
            <ac:spMk id="4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09T21:23:23.984" v="108" actId="1076"/>
          <ac:spMkLst>
            <pc:docMk/>
            <pc:sldMk cId="0" sldId="271"/>
            <ac:spMk id="5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09T21:23:23.984" v="108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09T21:23:23.984" v="108" actId="1076"/>
          <ac:spMkLst>
            <pc:docMk/>
            <pc:sldMk cId="0" sldId="271"/>
            <ac:spMk id="7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09T21:23:23.984" v="108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09T21:23:23.984" v="108" actId="107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09T21:23:23.984" v="108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09T21:23:23.984" v="108" actId="1076"/>
          <ac:spMkLst>
            <pc:docMk/>
            <pc:sldMk cId="0" sldId="271"/>
            <ac:spMk id="15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09T21:23:23.984" v="108" actId="107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09T21:23:23.984" v="108" actId="1076"/>
          <ac:spMkLst>
            <pc:docMk/>
            <pc:sldMk cId="0" sldId="271"/>
            <ac:spMk id="17" creationId="{00000000-0000-0000-0000-000000000000}"/>
          </ac:spMkLst>
        </pc:spChg>
        <pc:spChg chg="add del mod">
          <ac:chgData name="LOU GASEVSKI" userId="ff7f85ac-9c79-4788-960f-c7c9967227bb" providerId="ADAL" clId="{89EBAA7D-8B29-419A-8176-6FE71566CD7E}" dt="2026-06-09T21:23:19.482" v="107" actId="478"/>
          <ac:spMkLst>
            <pc:docMk/>
            <pc:sldMk cId="0" sldId="271"/>
            <ac:spMk id="18" creationId="{108AEE09-2E16-6A73-755B-CE48C4182456}"/>
          </ac:spMkLst>
        </pc:spChg>
        <pc:spChg chg="add del mod">
          <ac:chgData name="LOU GASEVSKI" userId="ff7f85ac-9c79-4788-960f-c7c9967227bb" providerId="ADAL" clId="{89EBAA7D-8B29-419A-8176-6FE71566CD7E}" dt="2026-06-09T20:51:13.033" v="17" actId="478"/>
          <ac:spMkLst>
            <pc:docMk/>
            <pc:sldMk cId="0" sldId="271"/>
            <ac:spMk id="18" creationId="{F32F3A16-035D-3316-4A3B-B0EBD5018890}"/>
          </ac:spMkLst>
        </pc:spChg>
        <pc:spChg chg="add mod">
          <ac:chgData name="LOU GASEVSKI" userId="ff7f85ac-9c79-4788-960f-c7c9967227bb" providerId="ADAL" clId="{89EBAA7D-8B29-419A-8176-6FE71566CD7E}" dt="2026-06-09T20:51:13.512" v="18"/>
          <ac:spMkLst>
            <pc:docMk/>
            <pc:sldMk cId="0" sldId="271"/>
            <ac:spMk id="19" creationId="{00000000-0000-0000-0000-000000000000}"/>
          </ac:spMkLst>
        </pc:spChg>
        <pc:spChg chg="add del mod">
          <ac:chgData name="LOU GASEVSKI" userId="ff7f85ac-9c79-4788-960f-c7c9967227bb" providerId="ADAL" clId="{89EBAA7D-8B29-419A-8176-6FE71566CD7E}" dt="2026-06-09T21:23:19.482" v="107" actId="478"/>
          <ac:spMkLst>
            <pc:docMk/>
            <pc:sldMk cId="0" sldId="271"/>
            <ac:spMk id="20" creationId="{C1F31989-24C3-F84E-2299-49F07E870A74}"/>
          </ac:spMkLst>
        </pc:spChg>
        <pc:spChg chg="add mod">
          <ac:chgData name="LOU GASEVSKI" userId="ff7f85ac-9c79-4788-960f-c7c9967227bb" providerId="ADAL" clId="{89EBAA7D-8B29-419A-8176-6FE71566CD7E}" dt="2026-06-09T21:23:13.039" v="100" actId="1076"/>
          <ac:spMkLst>
            <pc:docMk/>
            <pc:sldMk cId="0" sldId="271"/>
            <ac:spMk id="21" creationId="{9A304115-0439-A2B6-5856-E1E4D62BC142}"/>
          </ac:spMkLst>
        </pc:spChg>
        <pc:spChg chg="add mod">
          <ac:chgData name="LOU GASEVSKI" userId="ff7f85ac-9c79-4788-960f-c7c9967227bb" providerId="ADAL" clId="{89EBAA7D-8B29-419A-8176-6FE71566CD7E}" dt="2026-06-09T21:23:13.039" v="100" actId="1076"/>
          <ac:spMkLst>
            <pc:docMk/>
            <pc:sldMk cId="0" sldId="271"/>
            <ac:spMk id="22" creationId="{F2C60289-0B26-7318-D87C-9179B37058E6}"/>
          </ac:spMkLst>
        </pc:spChg>
        <pc:spChg chg="add mod">
          <ac:chgData name="LOU GASEVSKI" userId="ff7f85ac-9c79-4788-960f-c7c9967227bb" providerId="ADAL" clId="{89EBAA7D-8B29-419A-8176-6FE71566CD7E}" dt="2026-06-09T21:23:13.039" v="100" actId="1076"/>
          <ac:spMkLst>
            <pc:docMk/>
            <pc:sldMk cId="0" sldId="271"/>
            <ac:spMk id="23" creationId="{C9F71F27-A886-EF66-9AE3-2FDB382DD2D2}"/>
          </ac:spMkLst>
        </pc:spChg>
      </pc:sldChg>
      <pc:sldChg chg="addSp delSp modSp mod modAnim">
        <pc:chgData name="LOU GASEVSKI" userId="ff7f85ac-9c79-4788-960f-c7c9967227bb" providerId="ADAL" clId="{89EBAA7D-8B29-419A-8176-6FE71566CD7E}" dt="2026-06-09T21:31:27.787" v="114"/>
        <pc:sldMkLst>
          <pc:docMk/>
          <pc:sldMk cId="0" sldId="272"/>
        </pc:sldMkLst>
        <pc:spChg chg="del">
          <ac:chgData name="LOU GASEVSKI" userId="ff7f85ac-9c79-4788-960f-c7c9967227bb" providerId="ADAL" clId="{89EBAA7D-8B29-419A-8176-6FE71566CD7E}" dt="2026-06-09T21:29:37.207" v="109" actId="478"/>
          <ac:spMkLst>
            <pc:docMk/>
            <pc:sldMk cId="0" sldId="272"/>
            <ac:spMk id="7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29:37.207" v="109" actId="478"/>
          <ac:spMkLst>
            <pc:docMk/>
            <pc:sldMk cId="0" sldId="272"/>
            <ac:spMk id="8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29:37.207" v="109" actId="478"/>
          <ac:spMkLst>
            <pc:docMk/>
            <pc:sldMk cId="0" sldId="272"/>
            <ac:spMk id="9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29:37.207" v="109" actId="478"/>
          <ac:spMkLst>
            <pc:docMk/>
            <pc:sldMk cId="0" sldId="272"/>
            <ac:spMk id="10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29:37.207" v="109" actId="478"/>
          <ac:spMkLst>
            <pc:docMk/>
            <pc:sldMk cId="0" sldId="272"/>
            <ac:spMk id="11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29:37.207" v="109" actId="478"/>
          <ac:spMkLst>
            <pc:docMk/>
            <pc:sldMk cId="0" sldId="272"/>
            <ac:spMk id="12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29:37.207" v="109" actId="478"/>
          <ac:spMkLst>
            <pc:docMk/>
            <pc:sldMk cId="0" sldId="272"/>
            <ac:spMk id="15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29:37.207" v="109" actId="478"/>
          <ac:spMkLst>
            <pc:docMk/>
            <pc:sldMk cId="0" sldId="272"/>
            <ac:spMk id="16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29:37.207" v="109" actId="478"/>
          <ac:spMkLst>
            <pc:docMk/>
            <pc:sldMk cId="0" sldId="272"/>
            <ac:spMk id="17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29:37.207" v="109" actId="478"/>
          <ac:spMkLst>
            <pc:docMk/>
            <pc:sldMk cId="0" sldId="272"/>
            <ac:spMk id="18" creationId="{00000000-0000-0000-0000-000000000000}"/>
          </ac:spMkLst>
        </pc:spChg>
        <pc:picChg chg="add mod ord">
          <ac:chgData name="LOU GASEVSKI" userId="ff7f85ac-9c79-4788-960f-c7c9967227bb" providerId="ADAL" clId="{89EBAA7D-8B29-419A-8176-6FE71566CD7E}" dt="2026-06-09T21:29:52.693" v="112" actId="167"/>
          <ac:picMkLst>
            <pc:docMk/>
            <pc:sldMk cId="0" sldId="272"/>
            <ac:picMk id="19" creationId="{73FD0A1C-7F27-3DD9-58F5-566D8AD13E42}"/>
          </ac:picMkLst>
        </pc:picChg>
      </pc:sldChg>
      <pc:sldChg chg="addSp delSp modSp mod modAnim">
        <pc:chgData name="LOU GASEVSKI" userId="ff7f85ac-9c79-4788-960f-c7c9967227bb" providerId="ADAL" clId="{89EBAA7D-8B29-419A-8176-6FE71566CD7E}" dt="2026-06-09T21:33:39.514" v="123" actId="1076"/>
        <pc:sldMkLst>
          <pc:docMk/>
          <pc:sldMk cId="0" sldId="273"/>
        </pc:sldMkLst>
        <pc:spChg chg="mod">
          <ac:chgData name="LOU GASEVSKI" userId="ff7f85ac-9c79-4788-960f-c7c9967227bb" providerId="ADAL" clId="{89EBAA7D-8B29-419A-8176-6FE71566CD7E}" dt="2026-06-09T18:50:29.841" v="4" actId="20577"/>
          <ac:spMkLst>
            <pc:docMk/>
            <pc:sldMk cId="0" sldId="273"/>
            <ac:spMk id="2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2:56.270" v="115" actId="478"/>
          <ac:spMkLst>
            <pc:docMk/>
            <pc:sldMk cId="0" sldId="273"/>
            <ac:spMk id="7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2:56.270" v="115" actId="478"/>
          <ac:spMkLst>
            <pc:docMk/>
            <pc:sldMk cId="0" sldId="273"/>
            <ac:spMk id="8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2:56.270" v="115" actId="478"/>
          <ac:spMkLst>
            <pc:docMk/>
            <pc:sldMk cId="0" sldId="273"/>
            <ac:spMk id="9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2:56.270" v="115" actId="478"/>
          <ac:spMkLst>
            <pc:docMk/>
            <pc:sldMk cId="0" sldId="273"/>
            <ac:spMk id="11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2:56.270" v="115" actId="478"/>
          <ac:spMkLst>
            <pc:docMk/>
            <pc:sldMk cId="0" sldId="273"/>
            <ac:spMk id="14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2:56.270" v="115" actId="478"/>
          <ac:spMkLst>
            <pc:docMk/>
            <pc:sldMk cId="0" sldId="273"/>
            <ac:spMk id="15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2:56.270" v="115" actId="478"/>
          <ac:spMkLst>
            <pc:docMk/>
            <pc:sldMk cId="0" sldId="273"/>
            <ac:spMk id="16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2:56.270" v="115" actId="478"/>
          <ac:spMkLst>
            <pc:docMk/>
            <pc:sldMk cId="0" sldId="273"/>
            <ac:spMk id="19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2:56.270" v="115" actId="478"/>
          <ac:spMkLst>
            <pc:docMk/>
            <pc:sldMk cId="0" sldId="273"/>
            <ac:spMk id="22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2:56.270" v="115" actId="478"/>
          <ac:spMkLst>
            <pc:docMk/>
            <pc:sldMk cId="0" sldId="273"/>
            <ac:spMk id="25" creationId="{00000000-0000-0000-0000-000000000000}"/>
          </ac:spMkLst>
        </pc:spChg>
        <pc:picChg chg="add mod ord">
          <ac:chgData name="LOU GASEVSKI" userId="ff7f85ac-9c79-4788-960f-c7c9967227bb" providerId="ADAL" clId="{89EBAA7D-8B29-419A-8176-6FE71566CD7E}" dt="2026-06-09T21:33:39.514" v="123" actId="1076"/>
          <ac:picMkLst>
            <pc:docMk/>
            <pc:sldMk cId="0" sldId="273"/>
            <ac:picMk id="26" creationId="{8C590064-A027-79BD-C0F4-AA6204D09618}"/>
          </ac:picMkLst>
        </pc:picChg>
      </pc:sldChg>
      <pc:sldChg chg="addSp delSp modSp mod modAnim">
        <pc:chgData name="LOU GASEVSKI" userId="ff7f85ac-9c79-4788-960f-c7c9967227bb" providerId="ADAL" clId="{89EBAA7D-8B29-419A-8176-6FE71566CD7E}" dt="2026-06-09T21:44:59.607" v="151"/>
        <pc:sldMkLst>
          <pc:docMk/>
          <pc:sldMk cId="0" sldId="274"/>
        </pc:sldMkLst>
        <pc:spChg chg="mod">
          <ac:chgData name="LOU GASEVSKI" userId="ff7f85ac-9c79-4788-960f-c7c9967227bb" providerId="ADAL" clId="{89EBAA7D-8B29-419A-8176-6FE71566CD7E}" dt="2026-06-09T18:50:18.757" v="2" actId="20577"/>
          <ac:spMkLst>
            <pc:docMk/>
            <pc:sldMk cId="0" sldId="274"/>
            <ac:spMk id="2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4:13.552" v="124" actId="478"/>
          <ac:spMkLst>
            <pc:docMk/>
            <pc:sldMk cId="0" sldId="274"/>
            <ac:spMk id="11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4:13.552" v="124" actId="478"/>
          <ac:spMkLst>
            <pc:docMk/>
            <pc:sldMk cId="0" sldId="274"/>
            <ac:spMk id="12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4:13.552" v="124" actId="478"/>
          <ac:spMkLst>
            <pc:docMk/>
            <pc:sldMk cId="0" sldId="274"/>
            <ac:spMk id="14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4:13.552" v="124" actId="478"/>
          <ac:spMkLst>
            <pc:docMk/>
            <pc:sldMk cId="0" sldId="274"/>
            <ac:spMk id="17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4:13.552" v="124" actId="478"/>
          <ac:spMkLst>
            <pc:docMk/>
            <pc:sldMk cId="0" sldId="274"/>
            <ac:spMk id="18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4:13.552" v="124" actId="478"/>
          <ac:spMkLst>
            <pc:docMk/>
            <pc:sldMk cId="0" sldId="274"/>
            <ac:spMk id="19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4:13.552" v="124" actId="478"/>
          <ac:spMkLst>
            <pc:docMk/>
            <pc:sldMk cId="0" sldId="274"/>
            <ac:spMk id="24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4:13.552" v="124" actId="478"/>
          <ac:spMkLst>
            <pc:docMk/>
            <pc:sldMk cId="0" sldId="274"/>
            <ac:spMk id="25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4:13.552" v="124" actId="478"/>
          <ac:spMkLst>
            <pc:docMk/>
            <pc:sldMk cId="0" sldId="274"/>
            <ac:spMk id="26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09T21:34:13.552" v="124" actId="478"/>
          <ac:spMkLst>
            <pc:docMk/>
            <pc:sldMk cId="0" sldId="274"/>
            <ac:spMk id="28" creationId="{00000000-0000-0000-0000-000000000000}"/>
          </ac:spMkLst>
        </pc:spChg>
        <pc:spChg chg="add del mod topLvl">
          <ac:chgData name="LOU GASEVSKI" userId="ff7f85ac-9c79-4788-960f-c7c9967227bb" providerId="ADAL" clId="{89EBAA7D-8B29-419A-8176-6FE71566CD7E}" dt="2026-06-09T21:44:37.623" v="148" actId="478"/>
          <ac:spMkLst>
            <pc:docMk/>
            <pc:sldMk cId="0" sldId="274"/>
            <ac:spMk id="30" creationId="{6AEC56C2-4D40-867A-0E06-FAADF309C95E}"/>
          </ac:spMkLst>
        </pc:spChg>
        <pc:spChg chg="add del mod">
          <ac:chgData name="LOU GASEVSKI" userId="ff7f85ac-9c79-4788-960f-c7c9967227bb" providerId="ADAL" clId="{89EBAA7D-8B29-419A-8176-6FE71566CD7E}" dt="2026-06-09T21:44:08.934" v="146" actId="478"/>
          <ac:spMkLst>
            <pc:docMk/>
            <pc:sldMk cId="0" sldId="274"/>
            <ac:spMk id="31" creationId="{9DAC5D11-1E6C-ACAE-7FDB-5906A7DAC1FD}"/>
          </ac:spMkLst>
        </pc:spChg>
        <pc:grpChg chg="add del mod ord">
          <ac:chgData name="LOU GASEVSKI" userId="ff7f85ac-9c79-4788-960f-c7c9967227bb" providerId="ADAL" clId="{89EBAA7D-8B29-419A-8176-6FE71566CD7E}" dt="2026-06-09T21:44:37.623" v="148" actId="478"/>
          <ac:grpSpMkLst>
            <pc:docMk/>
            <pc:sldMk cId="0" sldId="274"/>
            <ac:grpSpMk id="32" creationId="{D79BBC3D-6C2A-F457-DBD6-768710C3DD0F}"/>
          </ac:grpSpMkLst>
        </pc:grpChg>
        <pc:picChg chg="add mod ord topLvl modCrop">
          <ac:chgData name="LOU GASEVSKI" userId="ff7f85ac-9c79-4788-960f-c7c9967227bb" providerId="ADAL" clId="{89EBAA7D-8B29-419A-8176-6FE71566CD7E}" dt="2026-06-09T21:44:53.492" v="150" actId="14100"/>
          <ac:picMkLst>
            <pc:docMk/>
            <pc:sldMk cId="0" sldId="274"/>
            <ac:picMk id="29" creationId="{71F410B8-4F83-6268-A139-1BA57A0C49FE}"/>
          </ac:picMkLst>
        </pc:picChg>
      </pc:sldChg>
      <pc:sldChg chg="modSp mod">
        <pc:chgData name="LOU GASEVSKI" userId="ff7f85ac-9c79-4788-960f-c7c9967227bb" providerId="ADAL" clId="{89EBAA7D-8B29-419A-8176-6FE71566CD7E}" dt="2026-06-10T13:54:15.926" v="2208" actId="1076"/>
        <pc:sldMkLst>
          <pc:docMk/>
          <pc:sldMk cId="0" sldId="276"/>
        </pc:sldMkLst>
        <pc:spChg chg="mod">
          <ac:chgData name="LOU GASEVSKI" userId="ff7f85ac-9c79-4788-960f-c7c9967227bb" providerId="ADAL" clId="{89EBAA7D-8B29-419A-8176-6FE71566CD7E}" dt="2026-06-10T13:54:15.926" v="2208" actId="1076"/>
          <ac:spMkLst>
            <pc:docMk/>
            <pc:sldMk cId="0" sldId="276"/>
            <ac:spMk id="8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13:54:13.948" v="2206" actId="1076"/>
          <ac:spMkLst>
            <pc:docMk/>
            <pc:sldMk cId="0" sldId="276"/>
            <ac:spMk id="9" creationId="{00000000-0000-0000-0000-000000000000}"/>
          </ac:spMkLst>
        </pc:spChg>
      </pc:sldChg>
      <pc:sldChg chg="addSp delSp modSp mod">
        <pc:chgData name="LOU GASEVSKI" userId="ff7f85ac-9c79-4788-960f-c7c9967227bb" providerId="ADAL" clId="{89EBAA7D-8B29-419A-8176-6FE71566CD7E}" dt="2026-06-09T20:51:34.490" v="22" actId="478"/>
        <pc:sldMkLst>
          <pc:docMk/>
          <pc:sldMk cId="0" sldId="277"/>
        </pc:sldMkLst>
        <pc:spChg chg="mod ord">
          <ac:chgData name="LOU GASEVSKI" userId="ff7f85ac-9c79-4788-960f-c7c9967227bb" providerId="ADAL" clId="{89EBAA7D-8B29-419A-8176-6FE71566CD7E}" dt="2026-06-09T20:51:32.163" v="21" actId="167"/>
          <ac:spMkLst>
            <pc:docMk/>
            <pc:sldMk cId="0" sldId="277"/>
            <ac:spMk id="2" creationId="{00000000-0000-0000-0000-000000000000}"/>
          </ac:spMkLst>
        </pc:spChg>
        <pc:spChg chg="add del mod">
          <ac:chgData name="LOU GASEVSKI" userId="ff7f85ac-9c79-4788-960f-c7c9967227bb" providerId="ADAL" clId="{89EBAA7D-8B29-419A-8176-6FE71566CD7E}" dt="2026-06-09T20:51:34.490" v="22" actId="478"/>
          <ac:spMkLst>
            <pc:docMk/>
            <pc:sldMk cId="0" sldId="277"/>
            <ac:spMk id="21" creationId="{48779259-097D-B7C8-9243-4F93F5CBFB32}"/>
          </ac:spMkLst>
        </pc:spChg>
      </pc:sldChg>
      <pc:sldChg chg="addSp delSp modSp mod">
        <pc:chgData name="LOU GASEVSKI" userId="ff7f85ac-9c79-4788-960f-c7c9967227bb" providerId="ADAL" clId="{89EBAA7D-8B29-419A-8176-6FE71566CD7E}" dt="2026-06-09T20:51:48.692" v="27"/>
        <pc:sldMkLst>
          <pc:docMk/>
          <pc:sldMk cId="0" sldId="278"/>
        </pc:sldMkLst>
        <pc:spChg chg="del mod">
          <ac:chgData name="LOU GASEVSKI" userId="ff7f85ac-9c79-4788-960f-c7c9967227bb" providerId="ADAL" clId="{89EBAA7D-8B29-419A-8176-6FE71566CD7E}" dt="2026-06-09T20:51:45.793" v="25" actId="21"/>
          <ac:spMkLst>
            <pc:docMk/>
            <pc:sldMk cId="0" sldId="278"/>
            <ac:spMk id="2" creationId="{00000000-0000-0000-0000-000000000000}"/>
          </ac:spMkLst>
        </pc:spChg>
        <pc:spChg chg="add del mod">
          <ac:chgData name="LOU GASEVSKI" userId="ff7f85ac-9c79-4788-960f-c7c9967227bb" providerId="ADAL" clId="{89EBAA7D-8B29-419A-8176-6FE71566CD7E}" dt="2026-06-09T20:51:48.205" v="26" actId="478"/>
          <ac:spMkLst>
            <pc:docMk/>
            <pc:sldMk cId="0" sldId="278"/>
            <ac:spMk id="21" creationId="{A0DD6CBB-F783-3B2A-45C9-B6605D6228E2}"/>
          </ac:spMkLst>
        </pc:spChg>
        <pc:spChg chg="add mod">
          <ac:chgData name="LOU GASEVSKI" userId="ff7f85ac-9c79-4788-960f-c7c9967227bb" providerId="ADAL" clId="{89EBAA7D-8B29-419A-8176-6FE71566CD7E}" dt="2026-06-09T20:51:48.692" v="27"/>
          <ac:spMkLst>
            <pc:docMk/>
            <pc:sldMk cId="0" sldId="278"/>
            <ac:spMk id="22" creationId="{00000000-0000-0000-0000-000000000000}"/>
          </ac:spMkLst>
        </pc:spChg>
      </pc:sldChg>
      <pc:sldChg chg="addSp delSp modSp mod">
        <pc:chgData name="LOU GASEVSKI" userId="ff7f85ac-9c79-4788-960f-c7c9967227bb" providerId="ADAL" clId="{89EBAA7D-8B29-419A-8176-6FE71566CD7E}" dt="2026-06-09T20:52:17.590" v="36" actId="21"/>
        <pc:sldMkLst>
          <pc:docMk/>
          <pc:sldMk cId="0" sldId="279"/>
        </pc:sldMkLst>
        <pc:spChg chg="del mod">
          <ac:chgData name="LOU GASEVSKI" userId="ff7f85ac-9c79-4788-960f-c7c9967227bb" providerId="ADAL" clId="{89EBAA7D-8B29-419A-8176-6FE71566CD7E}" dt="2026-06-09T20:52:01.989" v="31" actId="478"/>
          <ac:spMkLst>
            <pc:docMk/>
            <pc:sldMk cId="0" sldId="279"/>
            <ac:spMk id="2" creationId="{00000000-0000-0000-0000-000000000000}"/>
          </ac:spMkLst>
        </pc:spChg>
        <pc:spChg chg="add del mod">
          <ac:chgData name="LOU GASEVSKI" userId="ff7f85ac-9c79-4788-960f-c7c9967227bb" providerId="ADAL" clId="{89EBAA7D-8B29-419A-8176-6FE71566CD7E}" dt="2026-06-09T20:51:59.493" v="30" actId="21"/>
          <ac:spMkLst>
            <pc:docMk/>
            <pc:sldMk cId="0" sldId="279"/>
            <ac:spMk id="33" creationId="{7D9A32D8-1E3F-FA64-5E6C-1C043767E47F}"/>
          </ac:spMkLst>
        </pc:spChg>
        <pc:spChg chg="add mod">
          <ac:chgData name="LOU GASEVSKI" userId="ff7f85ac-9c79-4788-960f-c7c9967227bb" providerId="ADAL" clId="{89EBAA7D-8B29-419A-8176-6FE71566CD7E}" dt="2026-06-09T20:52:02.416" v="32"/>
          <ac:spMkLst>
            <pc:docMk/>
            <pc:sldMk cId="0" sldId="279"/>
            <ac:spMk id="34" creationId="{7D9A32D8-1E3F-FA64-5E6C-1C043767E47F}"/>
          </ac:spMkLst>
        </pc:spChg>
        <pc:spChg chg="add del mod">
          <ac:chgData name="LOU GASEVSKI" userId="ff7f85ac-9c79-4788-960f-c7c9967227bb" providerId="ADAL" clId="{89EBAA7D-8B29-419A-8176-6FE71566CD7E}" dt="2026-06-09T20:52:17.590" v="36" actId="21"/>
          <ac:spMkLst>
            <pc:docMk/>
            <pc:sldMk cId="0" sldId="279"/>
            <ac:spMk id="35" creationId="{00000000-0000-0000-0000-000000000000}"/>
          </ac:spMkLst>
        </pc:spChg>
      </pc:sldChg>
      <pc:sldChg chg="addSp delSp modSp mod">
        <pc:chgData name="LOU GASEVSKI" userId="ff7f85ac-9c79-4788-960f-c7c9967227bb" providerId="ADAL" clId="{89EBAA7D-8B29-419A-8176-6FE71566CD7E}" dt="2026-06-09T20:52:19.623" v="37"/>
        <pc:sldMkLst>
          <pc:docMk/>
          <pc:sldMk cId="0" sldId="280"/>
        </pc:sldMkLst>
        <pc:spChg chg="del">
          <ac:chgData name="LOU GASEVSKI" userId="ff7f85ac-9c79-4788-960f-c7c9967227bb" providerId="ADAL" clId="{89EBAA7D-8B29-419A-8176-6FE71566CD7E}" dt="2026-06-09T20:52:08.850" v="33" actId="21"/>
          <ac:spMkLst>
            <pc:docMk/>
            <pc:sldMk cId="0" sldId="280"/>
            <ac:spMk id="2" creationId="{00000000-0000-0000-0000-000000000000}"/>
          </ac:spMkLst>
        </pc:spChg>
        <pc:spChg chg="add mod">
          <ac:chgData name="LOU GASEVSKI" userId="ff7f85ac-9c79-4788-960f-c7c9967227bb" providerId="ADAL" clId="{89EBAA7D-8B29-419A-8176-6FE71566CD7E}" dt="2026-06-09T20:52:19.623" v="37"/>
          <ac:spMkLst>
            <pc:docMk/>
            <pc:sldMk cId="0" sldId="280"/>
            <ac:spMk id="35" creationId="{00000000-0000-0000-0000-000000000000}"/>
          </ac:spMkLst>
        </pc:spChg>
      </pc:sldChg>
      <pc:sldChg chg="addSp delSp modSp mod">
        <pc:chgData name="LOU GASEVSKI" userId="ff7f85ac-9c79-4788-960f-c7c9967227bb" providerId="ADAL" clId="{89EBAA7D-8B29-419A-8176-6FE71566CD7E}" dt="2026-06-09T20:52:29.915" v="42"/>
        <pc:sldMkLst>
          <pc:docMk/>
          <pc:sldMk cId="0" sldId="281"/>
        </pc:sldMkLst>
        <pc:spChg chg="del mod">
          <ac:chgData name="LOU GASEVSKI" userId="ff7f85ac-9c79-4788-960f-c7c9967227bb" providerId="ADAL" clId="{89EBAA7D-8B29-419A-8176-6FE71566CD7E}" dt="2026-06-09T20:52:27.427" v="40" actId="21"/>
          <ac:spMkLst>
            <pc:docMk/>
            <pc:sldMk cId="0" sldId="281"/>
            <ac:spMk id="2" creationId="{00000000-0000-0000-0000-000000000000}"/>
          </ac:spMkLst>
        </pc:spChg>
        <pc:spChg chg="add del mod">
          <ac:chgData name="LOU GASEVSKI" userId="ff7f85ac-9c79-4788-960f-c7c9967227bb" providerId="ADAL" clId="{89EBAA7D-8B29-419A-8176-6FE71566CD7E}" dt="2026-06-09T20:52:29.502" v="41" actId="478"/>
          <ac:spMkLst>
            <pc:docMk/>
            <pc:sldMk cId="0" sldId="281"/>
            <ac:spMk id="15" creationId="{AC2DCE67-E27A-EC7F-E25B-FA6022FA0D2D}"/>
          </ac:spMkLst>
        </pc:spChg>
        <pc:spChg chg="add mod">
          <ac:chgData name="LOU GASEVSKI" userId="ff7f85ac-9c79-4788-960f-c7c9967227bb" providerId="ADAL" clId="{89EBAA7D-8B29-419A-8176-6FE71566CD7E}" dt="2026-06-09T20:52:29.915" v="42"/>
          <ac:spMkLst>
            <pc:docMk/>
            <pc:sldMk cId="0" sldId="281"/>
            <ac:spMk id="16" creationId="{00000000-0000-0000-0000-000000000000}"/>
          </ac:spMkLst>
        </pc:spChg>
      </pc:sldChg>
      <pc:sldChg chg="addSp delSp modSp mod">
        <pc:chgData name="LOU GASEVSKI" userId="ff7f85ac-9c79-4788-960f-c7c9967227bb" providerId="ADAL" clId="{89EBAA7D-8B29-419A-8176-6FE71566CD7E}" dt="2026-06-09T20:52:45.338" v="47"/>
        <pc:sldMkLst>
          <pc:docMk/>
          <pc:sldMk cId="0" sldId="283"/>
        </pc:sldMkLst>
        <pc:spChg chg="del mod">
          <ac:chgData name="LOU GASEVSKI" userId="ff7f85ac-9c79-4788-960f-c7c9967227bb" providerId="ADAL" clId="{89EBAA7D-8B29-419A-8176-6FE71566CD7E}" dt="2026-06-09T20:52:42.658" v="45" actId="21"/>
          <ac:spMkLst>
            <pc:docMk/>
            <pc:sldMk cId="0" sldId="283"/>
            <ac:spMk id="2" creationId="{00000000-0000-0000-0000-000000000000}"/>
          </ac:spMkLst>
        </pc:spChg>
        <pc:spChg chg="add del mod">
          <ac:chgData name="LOU GASEVSKI" userId="ff7f85ac-9c79-4788-960f-c7c9967227bb" providerId="ADAL" clId="{89EBAA7D-8B29-419A-8176-6FE71566CD7E}" dt="2026-06-09T20:52:44.890" v="46" actId="478"/>
          <ac:spMkLst>
            <pc:docMk/>
            <pc:sldMk cId="0" sldId="283"/>
            <ac:spMk id="22" creationId="{0DBD0D86-8221-DD7D-1FCB-111998E5387F}"/>
          </ac:spMkLst>
        </pc:spChg>
        <pc:spChg chg="add mod">
          <ac:chgData name="LOU GASEVSKI" userId="ff7f85ac-9c79-4788-960f-c7c9967227bb" providerId="ADAL" clId="{89EBAA7D-8B29-419A-8176-6FE71566CD7E}" dt="2026-06-09T20:52:45.338" v="47"/>
          <ac:spMkLst>
            <pc:docMk/>
            <pc:sldMk cId="0" sldId="283"/>
            <ac:spMk id="23" creationId="{00000000-0000-0000-0000-000000000000}"/>
          </ac:spMkLst>
        </pc:spChg>
      </pc:sldChg>
      <pc:sldChg chg="addSp delSp modSp add mod">
        <pc:chgData name="LOU GASEVSKI" userId="ff7f85ac-9c79-4788-960f-c7c9967227bb" providerId="ADAL" clId="{89EBAA7D-8B29-419A-8176-6FE71566CD7E}" dt="2026-06-10T02:24:56.611" v="377" actId="122"/>
        <pc:sldMkLst>
          <pc:docMk/>
          <pc:sldMk cId="0" sldId="285"/>
        </pc:sldMkLst>
        <pc:spChg chg="del mod">
          <ac:chgData name="LOU GASEVSKI" userId="ff7f85ac-9c79-4788-960f-c7c9967227bb" providerId="ADAL" clId="{89EBAA7D-8B29-419A-8176-6FE71566CD7E}" dt="2026-06-10T02:19:29.768" v="258" actId="478"/>
          <ac:spMkLst>
            <pc:docMk/>
            <pc:sldMk cId="0" sldId="285"/>
            <ac:spMk id="2" creationId="{00000000-0000-0000-0000-000000000000}"/>
          </ac:spMkLst>
        </pc:spChg>
        <pc:spChg chg="del mod">
          <ac:chgData name="LOU GASEVSKI" userId="ff7f85ac-9c79-4788-960f-c7c9967227bb" providerId="ADAL" clId="{89EBAA7D-8B29-419A-8176-6FE71566CD7E}" dt="2026-06-10T02:20:20.712" v="326" actId="478"/>
          <ac:spMkLst>
            <pc:docMk/>
            <pc:sldMk cId="0" sldId="285"/>
            <ac:spMk id="3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2:17:55.195" v="201" actId="478"/>
          <ac:spMkLst>
            <pc:docMk/>
            <pc:sldMk cId="0" sldId="285"/>
            <ac:spMk id="4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21:41.967" v="342" actId="208"/>
          <ac:spMkLst>
            <pc:docMk/>
            <pc:sldMk cId="0" sldId="285"/>
            <ac:spMk id="5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22:43.380" v="355" actId="207"/>
          <ac:spMkLst>
            <pc:docMk/>
            <pc:sldMk cId="0" sldId="285"/>
            <ac:spMk id="7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23:09.063" v="356" actId="2711"/>
          <ac:spMkLst>
            <pc:docMk/>
            <pc:sldMk cId="0" sldId="285"/>
            <ac:spMk id="8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2:18:10.584" v="207" actId="478"/>
          <ac:spMkLst>
            <pc:docMk/>
            <pc:sldMk cId="0" sldId="285"/>
            <ac:spMk id="9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21:41.967" v="342" actId="208"/>
          <ac:spMkLst>
            <pc:docMk/>
            <pc:sldMk cId="0" sldId="285"/>
            <ac:spMk id="10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22:43.380" v="355" actId="207"/>
          <ac:spMkLst>
            <pc:docMk/>
            <pc:sldMk cId="0" sldId="285"/>
            <ac:spMk id="12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23:09.063" v="356" actId="2711"/>
          <ac:spMkLst>
            <pc:docMk/>
            <pc:sldMk cId="0" sldId="285"/>
            <ac:spMk id="13" creationId="{00000000-0000-0000-0000-000000000000}"/>
          </ac:spMkLst>
        </pc:spChg>
        <pc:spChg chg="del mod">
          <ac:chgData name="LOU GASEVSKI" userId="ff7f85ac-9c79-4788-960f-c7c9967227bb" providerId="ADAL" clId="{89EBAA7D-8B29-419A-8176-6FE71566CD7E}" dt="2026-06-10T02:20:49.407" v="331" actId="478"/>
          <ac:spMkLst>
            <pc:docMk/>
            <pc:sldMk cId="0" sldId="285"/>
            <ac:spMk id="14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20:28.475" v="327" actId="208"/>
          <ac:spMkLst>
            <pc:docMk/>
            <pc:sldMk cId="0" sldId="285"/>
            <ac:spMk id="15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21:32.110" v="341" actId="207"/>
          <ac:spMkLst>
            <pc:docMk/>
            <pc:sldMk cId="0" sldId="285"/>
            <ac:spMk id="17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23:09.063" v="356" actId="2711"/>
          <ac:spMkLst>
            <pc:docMk/>
            <pc:sldMk cId="0" sldId="285"/>
            <ac:spMk id="18" creationId="{00000000-0000-0000-0000-000000000000}"/>
          </ac:spMkLst>
        </pc:spChg>
        <pc:spChg chg="mod">
          <ac:chgData name="LOU GASEVSKI" userId="ff7f85ac-9c79-4788-960f-c7c9967227bb" providerId="ADAL" clId="{89EBAA7D-8B29-419A-8176-6FE71566CD7E}" dt="2026-06-10T02:24:56.611" v="377" actId="122"/>
          <ac:spMkLst>
            <pc:docMk/>
            <pc:sldMk cId="0" sldId="285"/>
            <ac:spMk id="21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2:23:42.293" v="363" actId="478"/>
          <ac:spMkLst>
            <pc:docMk/>
            <pc:sldMk cId="0" sldId="285"/>
            <ac:spMk id="22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2:23:42.293" v="363" actId="478"/>
          <ac:spMkLst>
            <pc:docMk/>
            <pc:sldMk cId="0" sldId="285"/>
            <ac:spMk id="23" creationId="{00000000-0000-0000-0000-000000000000}"/>
          </ac:spMkLst>
        </pc:spChg>
        <pc:spChg chg="del">
          <ac:chgData name="LOU GASEVSKI" userId="ff7f85ac-9c79-4788-960f-c7c9967227bb" providerId="ADAL" clId="{89EBAA7D-8B29-419A-8176-6FE71566CD7E}" dt="2026-06-10T02:23:42.293" v="363" actId="478"/>
          <ac:spMkLst>
            <pc:docMk/>
            <pc:sldMk cId="0" sldId="285"/>
            <ac:spMk id="24" creationId="{00000000-0000-0000-0000-000000000000}"/>
          </ac:spMkLst>
        </pc:spChg>
        <pc:spChg chg="add mod ord">
          <ac:chgData name="LOU GASEVSKI" userId="ff7f85ac-9c79-4788-960f-c7c9967227bb" providerId="ADAL" clId="{89EBAA7D-8B29-419A-8176-6FE71566CD7E}" dt="2026-06-10T02:18:34.027" v="217" actId="1076"/>
          <ac:spMkLst>
            <pc:docMk/>
            <pc:sldMk cId="0" sldId="285"/>
            <ac:spMk id="25" creationId="{70E9DC05-9D4A-B922-60FF-D5C609F9759B}"/>
          </ac:spMkLst>
        </pc:spChg>
        <pc:spChg chg="add mod ord">
          <ac:chgData name="LOU GASEVSKI" userId="ff7f85ac-9c79-4788-960f-c7c9967227bb" providerId="ADAL" clId="{89EBAA7D-8B29-419A-8176-6FE71566CD7E}" dt="2026-06-10T02:21:26.545" v="340" actId="408"/>
          <ac:spMkLst>
            <pc:docMk/>
            <pc:sldMk cId="0" sldId="285"/>
            <ac:spMk id="26" creationId="{7042F8D1-39A9-5174-600A-52437C20E922}"/>
          </ac:spMkLst>
        </pc:spChg>
        <pc:spChg chg="add mod">
          <ac:chgData name="LOU GASEVSKI" userId="ff7f85ac-9c79-4788-960f-c7c9967227bb" providerId="ADAL" clId="{89EBAA7D-8B29-419A-8176-6FE71566CD7E}" dt="2026-06-10T02:19:26.038" v="257" actId="20577"/>
          <ac:spMkLst>
            <pc:docMk/>
            <pc:sldMk cId="0" sldId="285"/>
            <ac:spMk id="27" creationId="{E8A05876-027D-6FB2-3CA4-DDB52239E0A2}"/>
          </ac:spMkLst>
        </pc:spChg>
        <pc:spChg chg="add mod">
          <ac:chgData name="LOU GASEVSKI" userId="ff7f85ac-9c79-4788-960f-c7c9967227bb" providerId="ADAL" clId="{89EBAA7D-8B29-419A-8176-6FE71566CD7E}" dt="2026-06-10T02:20:17.446" v="325" actId="207"/>
          <ac:spMkLst>
            <pc:docMk/>
            <pc:sldMk cId="0" sldId="285"/>
            <ac:spMk id="28" creationId="{0AB4FAF9-CF67-D950-AF63-25D81E39B5CD}"/>
          </ac:spMkLst>
        </pc:spChg>
        <pc:spChg chg="add mod ord">
          <ac:chgData name="LOU GASEVSKI" userId="ff7f85ac-9c79-4788-960f-c7c9967227bb" providerId="ADAL" clId="{89EBAA7D-8B29-419A-8176-6FE71566CD7E}" dt="2026-06-10T02:21:13.411" v="339" actId="1076"/>
          <ac:spMkLst>
            <pc:docMk/>
            <pc:sldMk cId="0" sldId="285"/>
            <ac:spMk id="29" creationId="{D7DC6C13-81D7-52E0-DB51-1E9FFAA9325E}"/>
          </ac:spMkLst>
        </pc:spChg>
        <pc:picChg chg="mod">
          <ac:chgData name="LOU GASEVSKI" userId="ff7f85ac-9c79-4788-960f-c7c9967227bb" providerId="ADAL" clId="{89EBAA7D-8B29-419A-8176-6FE71566CD7E}" dt="2026-06-10T02:22:34.121" v="354"/>
          <ac:picMkLst>
            <pc:docMk/>
            <pc:sldMk cId="0" sldId="285"/>
            <ac:picMk id="6" creationId="{00000000-0000-0000-0000-000000000000}"/>
          </ac:picMkLst>
        </pc:picChg>
        <pc:picChg chg="mod">
          <ac:chgData name="LOU GASEVSKI" userId="ff7f85ac-9c79-4788-960f-c7c9967227bb" providerId="ADAL" clId="{89EBAA7D-8B29-419A-8176-6FE71566CD7E}" dt="2026-06-10T02:22:28.900" v="353"/>
          <ac:picMkLst>
            <pc:docMk/>
            <pc:sldMk cId="0" sldId="285"/>
            <ac:picMk id="11" creationId="{00000000-0000-0000-0000-000000000000}"/>
          </ac:picMkLst>
        </pc:picChg>
        <pc:picChg chg="mod">
          <ac:chgData name="LOU GASEVSKI" userId="ff7f85ac-9c79-4788-960f-c7c9967227bb" providerId="ADAL" clId="{89EBAA7D-8B29-419A-8176-6FE71566CD7E}" dt="2026-06-10T02:22:24.282" v="352"/>
          <ac:picMkLst>
            <pc:docMk/>
            <pc:sldMk cId="0" sldId="285"/>
            <ac:picMk id="16" creationId="{00000000-0000-0000-0000-000000000000}"/>
          </ac:picMkLst>
        </pc:picChg>
        <pc:picChg chg="mod">
          <ac:chgData name="LOU GASEVSKI" userId="ff7f85ac-9c79-4788-960f-c7c9967227bb" providerId="ADAL" clId="{89EBAA7D-8B29-419A-8176-6FE71566CD7E}" dt="2026-06-10T02:23:33.821" v="362"/>
          <ac:picMkLst>
            <pc:docMk/>
            <pc:sldMk cId="0" sldId="285"/>
            <ac:picMk id="19" creationId="{00000000-0000-0000-0000-000000000000}"/>
          </ac:picMkLst>
        </pc:picChg>
        <pc:picChg chg="mod">
          <ac:chgData name="LOU GASEVSKI" userId="ff7f85ac-9c79-4788-960f-c7c9967227bb" providerId="ADAL" clId="{89EBAA7D-8B29-419A-8176-6FE71566CD7E}" dt="2026-06-10T02:23:27.111" v="361"/>
          <ac:picMkLst>
            <pc:docMk/>
            <pc:sldMk cId="0" sldId="285"/>
            <ac:picMk id="20" creationId="{00000000-0000-0000-0000-000000000000}"/>
          </ac:picMkLst>
        </pc:picChg>
      </pc:sldChg>
      <pc:sldChg chg="addSp delSp modSp add mod modShow">
        <pc:chgData name="LOU GASEVSKI" userId="ff7f85ac-9c79-4788-960f-c7c9967227bb" providerId="ADAL" clId="{89EBAA7D-8B29-419A-8176-6FE71566CD7E}" dt="2026-06-10T20:28:42.772" v="2322" actId="14100"/>
        <pc:sldMkLst>
          <pc:docMk/>
          <pc:sldMk cId="3107429652" sldId="286"/>
        </pc:sldMkLst>
        <pc:spChg chg="mod">
          <ac:chgData name="LOU GASEVSKI" userId="ff7f85ac-9c79-4788-960f-c7c9967227bb" providerId="ADAL" clId="{89EBAA7D-8B29-419A-8176-6FE71566CD7E}" dt="2026-06-10T03:02:39.948" v="748" actId="20577"/>
          <ac:spMkLst>
            <pc:docMk/>
            <pc:sldMk cId="3107429652" sldId="286"/>
            <ac:spMk id="3" creationId="{B1A6F72F-2E23-0128-FF79-45B92A683434}"/>
          </ac:spMkLst>
        </pc:spChg>
        <pc:spChg chg="mod">
          <ac:chgData name="LOU GASEVSKI" userId="ff7f85ac-9c79-4788-960f-c7c9967227bb" providerId="ADAL" clId="{89EBAA7D-8B29-419A-8176-6FE71566CD7E}" dt="2026-06-10T02:58:25.680" v="729" actId="1036"/>
          <ac:spMkLst>
            <pc:docMk/>
            <pc:sldMk cId="3107429652" sldId="286"/>
            <ac:spMk id="4" creationId="{7DD65DA0-1BBF-3431-ACD8-A60194BBF70C}"/>
          </ac:spMkLst>
        </pc:spChg>
        <pc:spChg chg="del mod">
          <ac:chgData name="LOU GASEVSKI" userId="ff7f85ac-9c79-4788-960f-c7c9967227bb" providerId="ADAL" clId="{89EBAA7D-8B29-419A-8176-6FE71566CD7E}" dt="2026-06-10T02:58:02.537" v="714" actId="478"/>
          <ac:spMkLst>
            <pc:docMk/>
            <pc:sldMk cId="3107429652" sldId="286"/>
            <ac:spMk id="5" creationId="{E70F75E1-749C-0D05-008B-08C9DAE65912}"/>
          </ac:spMkLst>
        </pc:spChg>
        <pc:spChg chg="del mod">
          <ac:chgData name="LOU GASEVSKI" userId="ff7f85ac-9c79-4788-960f-c7c9967227bb" providerId="ADAL" clId="{89EBAA7D-8B29-419A-8176-6FE71566CD7E}" dt="2026-06-10T02:58:02.537" v="714" actId="478"/>
          <ac:spMkLst>
            <pc:docMk/>
            <pc:sldMk cId="3107429652" sldId="286"/>
            <ac:spMk id="7" creationId="{D43C1F93-E73D-10A1-6092-81EC74EF579C}"/>
          </ac:spMkLst>
        </pc:spChg>
        <pc:spChg chg="del mod">
          <ac:chgData name="LOU GASEVSKI" userId="ff7f85ac-9c79-4788-960f-c7c9967227bb" providerId="ADAL" clId="{89EBAA7D-8B29-419A-8176-6FE71566CD7E}" dt="2026-06-10T02:58:02.537" v="714" actId="478"/>
          <ac:spMkLst>
            <pc:docMk/>
            <pc:sldMk cId="3107429652" sldId="286"/>
            <ac:spMk id="8" creationId="{FBEEB1E5-22C0-DF9B-B1C4-BA860F8BE927}"/>
          </ac:spMkLst>
        </pc:spChg>
        <pc:spChg chg="del mod">
          <ac:chgData name="LOU GASEVSKI" userId="ff7f85ac-9c79-4788-960f-c7c9967227bb" providerId="ADAL" clId="{89EBAA7D-8B29-419A-8176-6FE71566CD7E}" dt="2026-06-10T02:58:02.537" v="714" actId="478"/>
          <ac:spMkLst>
            <pc:docMk/>
            <pc:sldMk cId="3107429652" sldId="286"/>
            <ac:spMk id="9" creationId="{1D713B30-E44F-6D90-27FB-892F433C3ED5}"/>
          </ac:spMkLst>
        </pc:spChg>
        <pc:spChg chg="mod">
          <ac:chgData name="LOU GASEVSKI" userId="ff7f85ac-9c79-4788-960f-c7c9967227bb" providerId="ADAL" clId="{89EBAA7D-8B29-419A-8176-6FE71566CD7E}" dt="2026-06-10T02:50:37.511" v="646" actId="1076"/>
          <ac:spMkLst>
            <pc:docMk/>
            <pc:sldMk cId="3107429652" sldId="286"/>
            <ac:spMk id="10" creationId="{4083964E-A611-9370-7A73-C6627A182214}"/>
          </ac:spMkLst>
        </pc:spChg>
        <pc:spChg chg="del mod">
          <ac:chgData name="LOU GASEVSKI" userId="ff7f85ac-9c79-4788-960f-c7c9967227bb" providerId="ADAL" clId="{89EBAA7D-8B29-419A-8176-6FE71566CD7E}" dt="2026-06-10T02:58:02.537" v="714" actId="478"/>
          <ac:spMkLst>
            <pc:docMk/>
            <pc:sldMk cId="3107429652" sldId="286"/>
            <ac:spMk id="11" creationId="{4FB9DD6D-CB79-8A6C-CD21-2041E8500FA2}"/>
          </ac:spMkLst>
        </pc:spChg>
        <pc:spChg chg="del mod">
          <ac:chgData name="LOU GASEVSKI" userId="ff7f85ac-9c79-4788-960f-c7c9967227bb" providerId="ADAL" clId="{89EBAA7D-8B29-419A-8176-6FE71566CD7E}" dt="2026-06-10T02:58:02.537" v="714" actId="478"/>
          <ac:spMkLst>
            <pc:docMk/>
            <pc:sldMk cId="3107429652" sldId="286"/>
            <ac:spMk id="12" creationId="{8CC84CFB-DAFB-2D5C-6D6C-0F7325A81536}"/>
          </ac:spMkLst>
        </pc:spChg>
        <pc:spChg chg="del mod">
          <ac:chgData name="LOU GASEVSKI" userId="ff7f85ac-9c79-4788-960f-c7c9967227bb" providerId="ADAL" clId="{89EBAA7D-8B29-419A-8176-6FE71566CD7E}" dt="2026-06-10T02:58:02.537" v="714" actId="478"/>
          <ac:spMkLst>
            <pc:docMk/>
            <pc:sldMk cId="3107429652" sldId="286"/>
            <ac:spMk id="13" creationId="{05BCAF2D-A525-4F7A-1E46-21B528701087}"/>
          </ac:spMkLst>
        </pc:spChg>
        <pc:spChg chg="del mod">
          <ac:chgData name="LOU GASEVSKI" userId="ff7f85ac-9c79-4788-960f-c7c9967227bb" providerId="ADAL" clId="{89EBAA7D-8B29-419A-8176-6FE71566CD7E}" dt="2026-06-10T02:58:02.537" v="714" actId="478"/>
          <ac:spMkLst>
            <pc:docMk/>
            <pc:sldMk cId="3107429652" sldId="286"/>
            <ac:spMk id="14" creationId="{DB550558-82D4-64C5-3E74-CA18439FB378}"/>
          </ac:spMkLst>
        </pc:spChg>
        <pc:spChg chg="del mod">
          <ac:chgData name="LOU GASEVSKI" userId="ff7f85ac-9c79-4788-960f-c7c9967227bb" providerId="ADAL" clId="{89EBAA7D-8B29-419A-8176-6FE71566CD7E}" dt="2026-06-10T02:58:02.537" v="714" actId="478"/>
          <ac:spMkLst>
            <pc:docMk/>
            <pc:sldMk cId="3107429652" sldId="286"/>
            <ac:spMk id="16" creationId="{27C6FA0E-AE98-8E29-8A1E-F420AF9B8821}"/>
          </ac:spMkLst>
        </pc:spChg>
        <pc:spChg chg="del mod">
          <ac:chgData name="LOU GASEVSKI" userId="ff7f85ac-9c79-4788-960f-c7c9967227bb" providerId="ADAL" clId="{89EBAA7D-8B29-419A-8176-6FE71566CD7E}" dt="2026-06-10T02:58:02.537" v="714" actId="478"/>
          <ac:spMkLst>
            <pc:docMk/>
            <pc:sldMk cId="3107429652" sldId="286"/>
            <ac:spMk id="17" creationId="{39B81BEF-1338-2DEA-1D56-FEDD8BED0334}"/>
          </ac:spMkLst>
        </pc:spChg>
        <pc:spChg chg="mod">
          <ac:chgData name="LOU GASEVSKI" userId="ff7f85ac-9c79-4788-960f-c7c9967227bb" providerId="ADAL" clId="{89EBAA7D-8B29-419A-8176-6FE71566CD7E}" dt="2026-06-10T03:13:28.825" v="928" actId="1076"/>
          <ac:spMkLst>
            <pc:docMk/>
            <pc:sldMk cId="3107429652" sldId="286"/>
            <ac:spMk id="19" creationId="{03723434-0979-3278-0E37-88192C5339F4}"/>
          </ac:spMkLst>
        </pc:spChg>
        <pc:spChg chg="mod">
          <ac:chgData name="LOU GASEVSKI" userId="ff7f85ac-9c79-4788-960f-c7c9967227bb" providerId="ADAL" clId="{89EBAA7D-8B29-419A-8176-6FE71566CD7E}" dt="2026-06-10T02:59:16.662" v="733" actId="1076"/>
          <ac:spMkLst>
            <pc:docMk/>
            <pc:sldMk cId="3107429652" sldId="286"/>
            <ac:spMk id="20" creationId="{9C4E1932-F09D-D6BA-2348-9D12BB6C1D09}"/>
          </ac:spMkLst>
        </pc:spChg>
        <pc:spChg chg="mod">
          <ac:chgData name="LOU GASEVSKI" userId="ff7f85ac-9c79-4788-960f-c7c9967227bb" providerId="ADAL" clId="{89EBAA7D-8B29-419A-8176-6FE71566CD7E}" dt="2026-06-10T02:44:22.309" v="477" actId="1076"/>
          <ac:spMkLst>
            <pc:docMk/>
            <pc:sldMk cId="3107429652" sldId="286"/>
            <ac:spMk id="21" creationId="{AD47411E-D55F-34E6-AE9C-0808476B476D}"/>
          </ac:spMkLst>
        </pc:spChg>
        <pc:spChg chg="mod">
          <ac:chgData name="LOU GASEVSKI" userId="ff7f85ac-9c79-4788-960f-c7c9967227bb" providerId="ADAL" clId="{89EBAA7D-8B29-419A-8176-6FE71566CD7E}" dt="2026-06-10T02:44:22.309" v="477" actId="1076"/>
          <ac:spMkLst>
            <pc:docMk/>
            <pc:sldMk cId="3107429652" sldId="286"/>
            <ac:spMk id="22" creationId="{6A795C67-C1BA-B740-FA32-45FE80033427}"/>
          </ac:spMkLst>
        </pc:spChg>
        <pc:spChg chg="del mod">
          <ac:chgData name="LOU GASEVSKI" userId="ff7f85ac-9c79-4788-960f-c7c9967227bb" providerId="ADAL" clId="{89EBAA7D-8B29-419A-8176-6FE71566CD7E}" dt="2026-06-10T02:43:01.882" v="464" actId="478"/>
          <ac:spMkLst>
            <pc:docMk/>
            <pc:sldMk cId="3107429652" sldId="286"/>
            <ac:spMk id="23" creationId="{8C73A47A-66E0-975A-F332-244269551DB4}"/>
          </ac:spMkLst>
        </pc:spChg>
        <pc:spChg chg="mod">
          <ac:chgData name="LOU GASEVSKI" userId="ff7f85ac-9c79-4788-960f-c7c9967227bb" providerId="ADAL" clId="{89EBAA7D-8B29-419A-8176-6FE71566CD7E}" dt="2026-06-10T02:44:22.309" v="477" actId="1076"/>
          <ac:spMkLst>
            <pc:docMk/>
            <pc:sldMk cId="3107429652" sldId="286"/>
            <ac:spMk id="24" creationId="{D6D454C2-12EF-EE45-E5F6-FCB12FF9C411}"/>
          </ac:spMkLst>
        </pc:spChg>
        <pc:spChg chg="mod">
          <ac:chgData name="LOU GASEVSKI" userId="ff7f85ac-9c79-4788-960f-c7c9967227bb" providerId="ADAL" clId="{89EBAA7D-8B29-419A-8176-6FE71566CD7E}" dt="2026-06-10T02:42:28.594" v="460" actId="208"/>
          <ac:spMkLst>
            <pc:docMk/>
            <pc:sldMk cId="3107429652" sldId="286"/>
            <ac:spMk id="27" creationId="{F15483C3-A99B-3958-48BC-96A6C5E15F61}"/>
          </ac:spMkLst>
        </pc:spChg>
        <pc:spChg chg="mod">
          <ac:chgData name="LOU GASEVSKI" userId="ff7f85ac-9c79-4788-960f-c7c9967227bb" providerId="ADAL" clId="{89EBAA7D-8B29-419A-8176-6FE71566CD7E}" dt="2026-06-10T02:42:28.594" v="460" actId="208"/>
          <ac:spMkLst>
            <pc:docMk/>
            <pc:sldMk cId="3107429652" sldId="286"/>
            <ac:spMk id="32" creationId="{0039E3E7-416C-BC66-3A8C-28D983D08796}"/>
          </ac:spMkLst>
        </pc:spChg>
        <pc:spChg chg="mod">
          <ac:chgData name="LOU GASEVSKI" userId="ff7f85ac-9c79-4788-960f-c7c9967227bb" providerId="ADAL" clId="{89EBAA7D-8B29-419A-8176-6FE71566CD7E}" dt="2026-06-10T02:42:28.594" v="460" actId="208"/>
          <ac:spMkLst>
            <pc:docMk/>
            <pc:sldMk cId="3107429652" sldId="286"/>
            <ac:spMk id="33" creationId="{D935E770-75CE-8819-9A12-AC99BA5F923E}"/>
          </ac:spMkLst>
        </pc:spChg>
        <pc:spChg chg="mod ord">
          <ac:chgData name="LOU GASEVSKI" userId="ff7f85ac-9c79-4788-960f-c7c9967227bb" providerId="ADAL" clId="{89EBAA7D-8B29-419A-8176-6FE71566CD7E}" dt="2026-06-10T02:42:28.594" v="460" actId="208"/>
          <ac:spMkLst>
            <pc:docMk/>
            <pc:sldMk cId="3107429652" sldId="286"/>
            <ac:spMk id="34" creationId="{523430A8-A35D-1EF4-FB34-13299DE3B28C}"/>
          </ac:spMkLst>
        </pc:spChg>
        <pc:spChg chg="mod">
          <ac:chgData name="LOU GASEVSKI" userId="ff7f85ac-9c79-4788-960f-c7c9967227bb" providerId="ADAL" clId="{89EBAA7D-8B29-419A-8176-6FE71566CD7E}" dt="2026-06-10T02:44:22.309" v="477" actId="1076"/>
          <ac:spMkLst>
            <pc:docMk/>
            <pc:sldMk cId="3107429652" sldId="286"/>
            <ac:spMk id="35" creationId="{02B178AA-A7C1-9A1D-8330-0E530E9B7364}"/>
          </ac:spMkLst>
        </pc:spChg>
        <pc:spChg chg="mod">
          <ac:chgData name="LOU GASEVSKI" userId="ff7f85ac-9c79-4788-960f-c7c9967227bb" providerId="ADAL" clId="{89EBAA7D-8B29-419A-8176-6FE71566CD7E}" dt="2026-06-10T02:42:36.049" v="461" actId="2085"/>
          <ac:spMkLst>
            <pc:docMk/>
            <pc:sldMk cId="3107429652" sldId="286"/>
            <ac:spMk id="36" creationId="{7225126F-0553-247E-8FAC-51C579A38866}"/>
          </ac:spMkLst>
        </pc:spChg>
        <pc:spChg chg="mod">
          <ac:chgData name="LOU GASEVSKI" userId="ff7f85ac-9c79-4788-960f-c7c9967227bb" providerId="ADAL" clId="{89EBAA7D-8B29-419A-8176-6FE71566CD7E}" dt="2026-06-10T02:44:22.309" v="477" actId="1076"/>
          <ac:spMkLst>
            <pc:docMk/>
            <pc:sldMk cId="3107429652" sldId="286"/>
            <ac:spMk id="37" creationId="{01AF3EAF-A141-D6E5-DD68-BDB54D61C7F7}"/>
          </ac:spMkLst>
        </pc:spChg>
        <pc:spChg chg="mod">
          <ac:chgData name="LOU GASEVSKI" userId="ff7f85ac-9c79-4788-960f-c7c9967227bb" providerId="ADAL" clId="{89EBAA7D-8B29-419A-8176-6FE71566CD7E}" dt="2026-06-10T02:44:22.309" v="477" actId="1076"/>
          <ac:spMkLst>
            <pc:docMk/>
            <pc:sldMk cId="3107429652" sldId="286"/>
            <ac:spMk id="38" creationId="{8C2F4F9C-2BA6-17D0-99B7-9A2EC45134ED}"/>
          </ac:spMkLst>
        </pc:spChg>
        <pc:spChg chg="mod">
          <ac:chgData name="LOU GASEVSKI" userId="ff7f85ac-9c79-4788-960f-c7c9967227bb" providerId="ADAL" clId="{89EBAA7D-8B29-419A-8176-6FE71566CD7E}" dt="2026-06-10T02:42:28.594" v="460" actId="208"/>
          <ac:spMkLst>
            <pc:docMk/>
            <pc:sldMk cId="3107429652" sldId="286"/>
            <ac:spMk id="39" creationId="{2FB63DDA-BA4B-FE5E-9BAB-D492450A58FB}"/>
          </ac:spMkLst>
        </pc:spChg>
        <pc:spChg chg="mod">
          <ac:chgData name="LOU GASEVSKI" userId="ff7f85ac-9c79-4788-960f-c7c9967227bb" providerId="ADAL" clId="{89EBAA7D-8B29-419A-8176-6FE71566CD7E}" dt="2026-06-10T02:42:45.782" v="462" actId="2085"/>
          <ac:spMkLst>
            <pc:docMk/>
            <pc:sldMk cId="3107429652" sldId="286"/>
            <ac:spMk id="41" creationId="{6540C4A7-DC1D-F760-6C41-4C0BB93E2AE6}"/>
          </ac:spMkLst>
        </pc:spChg>
        <pc:spChg chg="mod">
          <ac:chgData name="LOU GASEVSKI" userId="ff7f85ac-9c79-4788-960f-c7c9967227bb" providerId="ADAL" clId="{89EBAA7D-8B29-419A-8176-6FE71566CD7E}" dt="2026-06-10T02:42:45.782" v="462" actId="2085"/>
          <ac:spMkLst>
            <pc:docMk/>
            <pc:sldMk cId="3107429652" sldId="286"/>
            <ac:spMk id="42" creationId="{9CF34615-D0C0-C212-276E-5B813929F5B0}"/>
          </ac:spMkLst>
        </pc:spChg>
        <pc:spChg chg="mod">
          <ac:chgData name="LOU GASEVSKI" userId="ff7f85ac-9c79-4788-960f-c7c9967227bb" providerId="ADAL" clId="{89EBAA7D-8B29-419A-8176-6FE71566CD7E}" dt="2026-06-10T02:44:22.309" v="477" actId="1076"/>
          <ac:spMkLst>
            <pc:docMk/>
            <pc:sldMk cId="3107429652" sldId="286"/>
            <ac:spMk id="44" creationId="{50E383FF-D1A9-7045-12CC-8EED1AC7D3DB}"/>
          </ac:spMkLst>
        </pc:spChg>
        <pc:spChg chg="mod">
          <ac:chgData name="LOU GASEVSKI" userId="ff7f85ac-9c79-4788-960f-c7c9967227bb" providerId="ADAL" clId="{89EBAA7D-8B29-419A-8176-6FE71566CD7E}" dt="2026-06-10T02:44:22.309" v="477" actId="1076"/>
          <ac:spMkLst>
            <pc:docMk/>
            <pc:sldMk cId="3107429652" sldId="286"/>
            <ac:spMk id="45" creationId="{E18028AE-F0E1-9367-4CFC-3482F649C4F1}"/>
          </ac:spMkLst>
        </pc:spChg>
        <pc:spChg chg="mod">
          <ac:chgData name="LOU GASEVSKI" userId="ff7f85ac-9c79-4788-960f-c7c9967227bb" providerId="ADAL" clId="{89EBAA7D-8B29-419A-8176-6FE71566CD7E}" dt="2026-06-10T02:44:22.309" v="477" actId="1076"/>
          <ac:spMkLst>
            <pc:docMk/>
            <pc:sldMk cId="3107429652" sldId="286"/>
            <ac:spMk id="47" creationId="{7B388D4C-A6D0-6C98-77D1-80F6F200B0D0}"/>
          </ac:spMkLst>
        </pc:spChg>
        <pc:spChg chg="add mod ord">
          <ac:chgData name="LOU GASEVSKI" userId="ff7f85ac-9c79-4788-960f-c7c9967227bb" providerId="ADAL" clId="{89EBAA7D-8B29-419A-8176-6FE71566CD7E}" dt="2026-06-10T02:43:32.856" v="471" actId="14100"/>
          <ac:spMkLst>
            <pc:docMk/>
            <pc:sldMk cId="3107429652" sldId="286"/>
            <ac:spMk id="48" creationId="{0463500A-A694-0EE6-AE7C-03D9331EAF7E}"/>
          </ac:spMkLst>
        </pc:spChg>
        <pc:spChg chg="add mod ord">
          <ac:chgData name="LOU GASEVSKI" userId="ff7f85ac-9c79-4788-960f-c7c9967227bb" providerId="ADAL" clId="{89EBAA7D-8B29-419A-8176-6FE71566CD7E}" dt="2026-06-10T02:42:00.593" v="457" actId="167"/>
          <ac:spMkLst>
            <pc:docMk/>
            <pc:sldMk cId="3107429652" sldId="286"/>
            <ac:spMk id="49" creationId="{80ABB749-F36D-8060-C8C4-86606AFC1754}"/>
          </ac:spMkLst>
        </pc:spChg>
        <pc:spChg chg="add mod ord">
          <ac:chgData name="LOU GASEVSKI" userId="ff7f85ac-9c79-4788-960f-c7c9967227bb" providerId="ADAL" clId="{89EBAA7D-8B29-419A-8176-6FE71566CD7E}" dt="2026-06-10T02:44:22.309" v="477" actId="1076"/>
          <ac:spMkLst>
            <pc:docMk/>
            <pc:sldMk cId="3107429652" sldId="286"/>
            <ac:spMk id="50" creationId="{8532A7D8-52C3-859E-D7F6-36F11ADD0B29}"/>
          </ac:spMkLst>
        </pc:spChg>
        <pc:spChg chg="add mod ord">
          <ac:chgData name="LOU GASEVSKI" userId="ff7f85ac-9c79-4788-960f-c7c9967227bb" providerId="ADAL" clId="{89EBAA7D-8B29-419A-8176-6FE71566CD7E}" dt="2026-06-10T02:43:53.258" v="475" actId="1076"/>
          <ac:spMkLst>
            <pc:docMk/>
            <pc:sldMk cId="3107429652" sldId="286"/>
            <ac:spMk id="51" creationId="{4758CC8D-6792-FB75-5DE5-19C2C65D1465}"/>
          </ac:spMkLst>
        </pc:spChg>
        <pc:spChg chg="del mod">
          <ac:chgData name="LOU GASEVSKI" userId="ff7f85ac-9c79-4788-960f-c7c9967227bb" providerId="ADAL" clId="{89EBAA7D-8B29-419A-8176-6FE71566CD7E}" dt="2026-06-10T03:10:58.526" v="894" actId="478"/>
          <ac:spMkLst>
            <pc:docMk/>
            <pc:sldMk cId="3107429652" sldId="286"/>
            <ac:spMk id="52" creationId="{2E03C98A-674F-1083-1B38-146B060D1B3D}"/>
          </ac:spMkLst>
        </pc:spChg>
        <pc:spChg chg="del mod">
          <ac:chgData name="LOU GASEVSKI" userId="ff7f85ac-9c79-4788-960f-c7c9967227bb" providerId="ADAL" clId="{89EBAA7D-8B29-419A-8176-6FE71566CD7E}" dt="2026-06-10T03:11:03.866" v="895" actId="478"/>
          <ac:spMkLst>
            <pc:docMk/>
            <pc:sldMk cId="3107429652" sldId="286"/>
            <ac:spMk id="53" creationId="{0F5C9B62-6DEA-A5AD-7D71-76C45A2B363B}"/>
          </ac:spMkLst>
        </pc:spChg>
        <pc:spChg chg="mod">
          <ac:chgData name="LOU GASEVSKI" userId="ff7f85ac-9c79-4788-960f-c7c9967227bb" providerId="ADAL" clId="{89EBAA7D-8B29-419A-8176-6FE71566CD7E}" dt="2026-06-10T02:47:33.670" v="548" actId="208"/>
          <ac:spMkLst>
            <pc:docMk/>
            <pc:sldMk cId="3107429652" sldId="286"/>
            <ac:spMk id="54" creationId="{2153BE63-1201-3FF6-D74E-518D967518DB}"/>
          </ac:spMkLst>
        </pc:spChg>
        <pc:spChg chg="del mod">
          <ac:chgData name="LOU GASEVSKI" userId="ff7f85ac-9c79-4788-960f-c7c9967227bb" providerId="ADAL" clId="{89EBAA7D-8B29-419A-8176-6FE71566CD7E}" dt="2026-06-10T03:10:50.894" v="893" actId="478"/>
          <ac:spMkLst>
            <pc:docMk/>
            <pc:sldMk cId="3107429652" sldId="286"/>
            <ac:spMk id="55" creationId="{A25646CE-8F92-1A9A-91F5-C23C383F92D0}"/>
          </ac:spMkLst>
        </pc:spChg>
        <pc:spChg chg="del mod">
          <ac:chgData name="LOU GASEVSKI" userId="ff7f85ac-9c79-4788-960f-c7c9967227bb" providerId="ADAL" clId="{89EBAA7D-8B29-419A-8176-6FE71566CD7E}" dt="2026-06-10T03:10:35.746" v="889" actId="478"/>
          <ac:spMkLst>
            <pc:docMk/>
            <pc:sldMk cId="3107429652" sldId="286"/>
            <ac:spMk id="56" creationId="{BF2D230A-C623-F177-A4DE-58187A117064}"/>
          </ac:spMkLst>
        </pc:spChg>
        <pc:spChg chg="add del mod">
          <ac:chgData name="LOU GASEVSKI" userId="ff7f85ac-9c79-4788-960f-c7c9967227bb" providerId="ADAL" clId="{89EBAA7D-8B29-419A-8176-6FE71566CD7E}" dt="2026-06-10T03:12:42.639" v="924" actId="478"/>
          <ac:spMkLst>
            <pc:docMk/>
            <pc:sldMk cId="3107429652" sldId="286"/>
            <ac:spMk id="57" creationId="{AF0C6ACA-8014-5C85-2BF4-DB6737A4AEE1}"/>
          </ac:spMkLst>
        </pc:spChg>
        <pc:spChg chg="del mod">
          <ac:chgData name="LOU GASEVSKI" userId="ff7f85ac-9c79-4788-960f-c7c9967227bb" providerId="ADAL" clId="{89EBAA7D-8B29-419A-8176-6FE71566CD7E}" dt="2026-06-10T03:11:08.551" v="896" actId="478"/>
          <ac:spMkLst>
            <pc:docMk/>
            <pc:sldMk cId="3107429652" sldId="286"/>
            <ac:spMk id="58" creationId="{BDF2A372-6323-F2BB-6908-EF4AFDD28AD4}"/>
          </ac:spMkLst>
        </pc:spChg>
        <pc:spChg chg="mod">
          <ac:chgData name="LOU GASEVSKI" userId="ff7f85ac-9c79-4788-960f-c7c9967227bb" providerId="ADAL" clId="{89EBAA7D-8B29-419A-8176-6FE71566CD7E}" dt="2026-06-10T02:52:00.605" v="652" actId="208"/>
          <ac:spMkLst>
            <pc:docMk/>
            <pc:sldMk cId="3107429652" sldId="286"/>
            <ac:spMk id="59" creationId="{CABE897E-1555-1AE2-68F0-19F469414A17}"/>
          </ac:spMkLst>
        </pc:spChg>
        <pc:spChg chg="add del mod">
          <ac:chgData name="LOU GASEVSKI" userId="ff7f85ac-9c79-4788-960f-c7c9967227bb" providerId="ADAL" clId="{89EBAA7D-8B29-419A-8176-6FE71566CD7E}" dt="2026-06-10T03:10:47.532" v="892" actId="478"/>
          <ac:spMkLst>
            <pc:docMk/>
            <pc:sldMk cId="3107429652" sldId="286"/>
            <ac:spMk id="60" creationId="{6D156658-1A7A-1173-4F48-40412D8CBB3E}"/>
          </ac:spMkLst>
        </pc:spChg>
        <pc:spChg chg="del mod">
          <ac:chgData name="LOU GASEVSKI" userId="ff7f85ac-9c79-4788-960f-c7c9967227bb" providerId="ADAL" clId="{89EBAA7D-8B29-419A-8176-6FE71566CD7E}" dt="2026-06-10T03:11:14.824" v="898" actId="478"/>
          <ac:spMkLst>
            <pc:docMk/>
            <pc:sldMk cId="3107429652" sldId="286"/>
            <ac:spMk id="61" creationId="{BF842786-D282-AD50-5C55-F8B6B9F04E11}"/>
          </ac:spMkLst>
        </pc:spChg>
        <pc:spChg chg="del mod">
          <ac:chgData name="LOU GASEVSKI" userId="ff7f85ac-9c79-4788-960f-c7c9967227bb" providerId="ADAL" clId="{89EBAA7D-8B29-419A-8176-6FE71566CD7E}" dt="2026-06-10T03:11:11.876" v="897" actId="478"/>
          <ac:spMkLst>
            <pc:docMk/>
            <pc:sldMk cId="3107429652" sldId="286"/>
            <ac:spMk id="62" creationId="{76349042-B1EA-4318-F42B-686C7D6C65BE}"/>
          </ac:spMkLst>
        </pc:spChg>
        <pc:spChg chg="add mod">
          <ac:chgData name="LOU GASEVSKI" userId="ff7f85ac-9c79-4788-960f-c7c9967227bb" providerId="ADAL" clId="{89EBAA7D-8B29-419A-8176-6FE71566CD7E}" dt="2026-06-10T02:58:41.138" v="730" actId="164"/>
          <ac:spMkLst>
            <pc:docMk/>
            <pc:sldMk cId="3107429652" sldId="286"/>
            <ac:spMk id="63" creationId="{0C905304-2F2E-9859-84BB-9181A1CC4A45}"/>
          </ac:spMkLst>
        </pc:spChg>
        <pc:spChg chg="add del mod">
          <ac:chgData name="LOU GASEVSKI" userId="ff7f85ac-9c79-4788-960f-c7c9967227bb" providerId="ADAL" clId="{89EBAA7D-8B29-419A-8176-6FE71566CD7E}" dt="2026-06-10T03:11:18.306" v="899" actId="478"/>
          <ac:spMkLst>
            <pc:docMk/>
            <pc:sldMk cId="3107429652" sldId="286"/>
            <ac:spMk id="64" creationId="{97B757B0-D002-5B3D-1C7B-1BA6F93CEA0A}"/>
          </ac:spMkLst>
        </pc:spChg>
        <pc:spChg chg="del mod">
          <ac:chgData name="LOU GASEVSKI" userId="ff7f85ac-9c79-4788-960f-c7c9967227bb" providerId="ADAL" clId="{89EBAA7D-8B29-419A-8176-6FE71566CD7E}" dt="2026-06-10T03:10:44.076" v="891" actId="478"/>
          <ac:spMkLst>
            <pc:docMk/>
            <pc:sldMk cId="3107429652" sldId="286"/>
            <ac:spMk id="65" creationId="{062EA909-8ADE-8199-A667-4D097D0A9CC0}"/>
          </ac:spMkLst>
        </pc:spChg>
        <pc:spChg chg="del mod">
          <ac:chgData name="LOU GASEVSKI" userId="ff7f85ac-9c79-4788-960f-c7c9967227bb" providerId="ADAL" clId="{89EBAA7D-8B29-419A-8176-6FE71566CD7E}" dt="2026-06-10T03:10:39.850" v="890" actId="478"/>
          <ac:spMkLst>
            <pc:docMk/>
            <pc:sldMk cId="3107429652" sldId="286"/>
            <ac:spMk id="66" creationId="{8C744FA0-119B-9FB0-6AD4-DE24F8D5776C}"/>
          </ac:spMkLst>
        </pc:spChg>
        <pc:spChg chg="add mod">
          <ac:chgData name="LOU GASEVSKI" userId="ff7f85ac-9c79-4788-960f-c7c9967227bb" providerId="ADAL" clId="{89EBAA7D-8B29-419A-8176-6FE71566CD7E}" dt="2026-06-10T02:57:02.270" v="706" actId="207"/>
          <ac:spMkLst>
            <pc:docMk/>
            <pc:sldMk cId="3107429652" sldId="286"/>
            <ac:spMk id="67" creationId="{D98780B4-DF26-68CF-6698-04A434CCF67D}"/>
          </ac:spMkLst>
        </pc:spChg>
        <pc:spChg chg="add mod">
          <ac:chgData name="LOU GASEVSKI" userId="ff7f85ac-9c79-4788-960f-c7c9967227bb" providerId="ADAL" clId="{89EBAA7D-8B29-419A-8176-6FE71566CD7E}" dt="2026-06-10T02:49:09.001" v="619" actId="164"/>
          <ac:spMkLst>
            <pc:docMk/>
            <pc:sldMk cId="3107429652" sldId="286"/>
            <ac:spMk id="69" creationId="{A8248514-F9D8-E251-A554-161A72249EBE}"/>
          </ac:spMkLst>
        </pc:spChg>
        <pc:spChg chg="mod">
          <ac:chgData name="LOU GASEVSKI" userId="ff7f85ac-9c79-4788-960f-c7c9967227bb" providerId="ADAL" clId="{89EBAA7D-8B29-419A-8176-6FE71566CD7E}" dt="2026-06-10T03:12:53.094" v="926" actId="1076"/>
          <ac:spMkLst>
            <pc:docMk/>
            <pc:sldMk cId="3107429652" sldId="286"/>
            <ac:spMk id="71" creationId="{55776594-B036-E45A-477D-72EF26ECE4EB}"/>
          </ac:spMkLst>
        </pc:spChg>
        <pc:spChg chg="mod">
          <ac:chgData name="LOU GASEVSKI" userId="ff7f85ac-9c79-4788-960f-c7c9967227bb" providerId="ADAL" clId="{89EBAA7D-8B29-419A-8176-6FE71566CD7E}" dt="2026-06-10T02:49:13.214" v="620" actId="164"/>
          <ac:spMkLst>
            <pc:docMk/>
            <pc:sldMk cId="3107429652" sldId="286"/>
            <ac:spMk id="72" creationId="{702864CD-6B02-C2CA-AECD-259C2F4379D9}"/>
          </ac:spMkLst>
        </pc:spChg>
        <pc:spChg chg="add mod">
          <ac:chgData name="LOU GASEVSKI" userId="ff7f85ac-9c79-4788-960f-c7c9967227bb" providerId="ADAL" clId="{89EBAA7D-8B29-419A-8176-6FE71566CD7E}" dt="2026-06-10T03:12:40.550" v="923" actId="1076"/>
          <ac:spMkLst>
            <pc:docMk/>
            <pc:sldMk cId="3107429652" sldId="286"/>
            <ac:spMk id="74" creationId="{A81A0AFB-6455-C353-E2D9-BD322B5EA5FF}"/>
          </ac:spMkLst>
        </pc:spChg>
        <pc:spChg chg="mod">
          <ac:chgData name="LOU GASEVSKI" userId="ff7f85ac-9c79-4788-960f-c7c9967227bb" providerId="ADAL" clId="{89EBAA7D-8B29-419A-8176-6FE71566CD7E}" dt="2026-06-10T02:49:24.213" v="629" actId="164"/>
          <ac:spMkLst>
            <pc:docMk/>
            <pc:sldMk cId="3107429652" sldId="286"/>
            <ac:spMk id="75" creationId="{92567334-5E26-BE8E-7B19-6F4A89B12510}"/>
          </ac:spMkLst>
        </pc:spChg>
        <pc:spChg chg="mod">
          <ac:chgData name="LOU GASEVSKI" userId="ff7f85ac-9c79-4788-960f-c7c9967227bb" providerId="ADAL" clId="{89EBAA7D-8B29-419A-8176-6FE71566CD7E}" dt="2026-06-10T03:12:36.917" v="922" actId="1076"/>
          <ac:spMkLst>
            <pc:docMk/>
            <pc:sldMk cId="3107429652" sldId="286"/>
            <ac:spMk id="77" creationId="{C26359F2-EDB9-58BA-30A4-6B016A144C02}"/>
          </ac:spMkLst>
        </pc:spChg>
        <pc:spChg chg="mod">
          <ac:chgData name="LOU GASEVSKI" userId="ff7f85ac-9c79-4788-960f-c7c9967227bb" providerId="ADAL" clId="{89EBAA7D-8B29-419A-8176-6FE71566CD7E}" dt="2026-06-10T02:49:28.745" v="630" actId="164"/>
          <ac:spMkLst>
            <pc:docMk/>
            <pc:sldMk cId="3107429652" sldId="286"/>
            <ac:spMk id="78" creationId="{6B5D827F-39CF-8CD2-CE7F-F489A792500B}"/>
          </ac:spMkLst>
        </pc:spChg>
        <pc:spChg chg="add mod">
          <ac:chgData name="LOU GASEVSKI" userId="ff7f85ac-9c79-4788-960f-c7c9967227bb" providerId="ADAL" clId="{89EBAA7D-8B29-419A-8176-6FE71566CD7E}" dt="2026-06-10T03:12:48.975" v="925" actId="1076"/>
          <ac:spMkLst>
            <pc:docMk/>
            <pc:sldMk cId="3107429652" sldId="286"/>
            <ac:spMk id="80" creationId="{0C93FB4F-9F0C-F98D-F784-2B400F94CCB4}"/>
          </ac:spMkLst>
        </pc:spChg>
        <pc:spChg chg="mod">
          <ac:chgData name="LOU GASEVSKI" userId="ff7f85ac-9c79-4788-960f-c7c9967227bb" providerId="ADAL" clId="{89EBAA7D-8B29-419A-8176-6FE71566CD7E}" dt="2026-06-10T02:49:33.824" v="631" actId="164"/>
          <ac:spMkLst>
            <pc:docMk/>
            <pc:sldMk cId="3107429652" sldId="286"/>
            <ac:spMk id="81" creationId="{FE4E7A00-ACDC-9E66-C4CA-0021F989C3A6}"/>
          </ac:spMkLst>
        </pc:spChg>
        <pc:spChg chg="add mod">
          <ac:chgData name="LOU GASEVSKI" userId="ff7f85ac-9c79-4788-960f-c7c9967227bb" providerId="ADAL" clId="{89EBAA7D-8B29-419A-8176-6FE71566CD7E}" dt="2026-06-10T03:12:31.285" v="921" actId="1076"/>
          <ac:spMkLst>
            <pc:docMk/>
            <pc:sldMk cId="3107429652" sldId="286"/>
            <ac:spMk id="83" creationId="{CC2445DD-D20B-C3F8-DAE6-51A5DE614E4E}"/>
          </ac:spMkLst>
        </pc:spChg>
        <pc:spChg chg="mod">
          <ac:chgData name="LOU GASEVSKI" userId="ff7f85ac-9c79-4788-960f-c7c9967227bb" providerId="ADAL" clId="{89EBAA7D-8B29-419A-8176-6FE71566CD7E}" dt="2026-06-10T02:49:38.255" v="632" actId="164"/>
          <ac:spMkLst>
            <pc:docMk/>
            <pc:sldMk cId="3107429652" sldId="286"/>
            <ac:spMk id="84" creationId="{66B87C9F-C469-3F74-9CF1-EDDE051C3672}"/>
          </ac:spMkLst>
        </pc:spChg>
        <pc:spChg chg="add mod">
          <ac:chgData name="LOU GASEVSKI" userId="ff7f85ac-9c79-4788-960f-c7c9967227bb" providerId="ADAL" clId="{89EBAA7D-8B29-419A-8176-6FE71566CD7E}" dt="2026-06-10T03:12:31.285" v="921" actId="1076"/>
          <ac:spMkLst>
            <pc:docMk/>
            <pc:sldMk cId="3107429652" sldId="286"/>
            <ac:spMk id="86" creationId="{2A794D77-7EFC-735D-C41B-98DC039B52EA}"/>
          </ac:spMkLst>
        </pc:spChg>
        <pc:spChg chg="add mod">
          <ac:chgData name="LOU GASEVSKI" userId="ff7f85ac-9c79-4788-960f-c7c9967227bb" providerId="ADAL" clId="{89EBAA7D-8B29-419A-8176-6FE71566CD7E}" dt="2026-06-10T02:45:10.160" v="484" actId="571"/>
          <ac:spMkLst>
            <pc:docMk/>
            <pc:sldMk cId="3107429652" sldId="286"/>
            <ac:spMk id="87" creationId="{01638A8A-183B-8782-414E-31465E633849}"/>
          </ac:spMkLst>
        </pc:spChg>
        <pc:spChg chg="add mod ord">
          <ac:chgData name="LOU GASEVSKI" userId="ff7f85ac-9c79-4788-960f-c7c9967227bb" providerId="ADAL" clId="{89EBAA7D-8B29-419A-8176-6FE71566CD7E}" dt="2026-06-10T03:11:50.557" v="917" actId="1076"/>
          <ac:spMkLst>
            <pc:docMk/>
            <pc:sldMk cId="3107429652" sldId="286"/>
            <ac:spMk id="89" creationId="{5E3EEA3C-34DC-8B2E-16B7-1B85C333542A}"/>
          </ac:spMkLst>
        </pc:spChg>
        <pc:spChg chg="mod">
          <ac:chgData name="LOU GASEVSKI" userId="ff7f85ac-9c79-4788-960f-c7c9967227bb" providerId="ADAL" clId="{89EBAA7D-8B29-419A-8176-6FE71566CD7E}" dt="2026-06-10T03:04:28.806" v="792" actId="14100"/>
          <ac:spMkLst>
            <pc:docMk/>
            <pc:sldMk cId="3107429652" sldId="286"/>
            <ac:spMk id="97" creationId="{2E6845DF-94C7-3E80-C122-EC9F90FD4843}"/>
          </ac:spMkLst>
        </pc:spChg>
        <pc:spChg chg="add mod">
          <ac:chgData name="LOU GASEVSKI" userId="ff7f85ac-9c79-4788-960f-c7c9967227bb" providerId="ADAL" clId="{89EBAA7D-8B29-419A-8176-6FE71566CD7E}" dt="2026-06-10T02:58:18.023" v="716" actId="1076"/>
          <ac:spMkLst>
            <pc:docMk/>
            <pc:sldMk cId="3107429652" sldId="286"/>
            <ac:spMk id="100" creationId="{8EBE6D77-C574-4F99-04A5-F961C22A3779}"/>
          </ac:spMkLst>
        </pc:spChg>
        <pc:spChg chg="mod">
          <ac:chgData name="LOU GASEVSKI" userId="ff7f85ac-9c79-4788-960f-c7c9967227bb" providerId="ADAL" clId="{89EBAA7D-8B29-419A-8176-6FE71566CD7E}" dt="2026-06-10T03:04:28.806" v="792" actId="14100"/>
          <ac:spMkLst>
            <pc:docMk/>
            <pc:sldMk cId="3107429652" sldId="286"/>
            <ac:spMk id="102" creationId="{E2181A31-3AF7-2D7E-A9B9-AA70C80ABA3B}"/>
          </ac:spMkLst>
        </pc:spChg>
        <pc:spChg chg="add mod">
          <ac:chgData name="LOU GASEVSKI" userId="ff7f85ac-9c79-4788-960f-c7c9967227bb" providerId="ADAL" clId="{89EBAA7D-8B29-419A-8176-6FE71566CD7E}" dt="2026-06-10T02:58:18.023" v="716" actId="1076"/>
          <ac:spMkLst>
            <pc:docMk/>
            <pc:sldMk cId="3107429652" sldId="286"/>
            <ac:spMk id="105" creationId="{AE2E677D-0BC3-3257-41FE-76FC8BA21056}"/>
          </ac:spMkLst>
        </pc:spChg>
        <pc:spChg chg="mod">
          <ac:chgData name="LOU GASEVSKI" userId="ff7f85ac-9c79-4788-960f-c7c9967227bb" providerId="ADAL" clId="{89EBAA7D-8B29-419A-8176-6FE71566CD7E}" dt="2026-06-10T03:04:28.806" v="792" actId="14100"/>
          <ac:spMkLst>
            <pc:docMk/>
            <pc:sldMk cId="3107429652" sldId="286"/>
            <ac:spMk id="107" creationId="{2C83A7E4-5879-88CF-00D7-9AB17FA64038}"/>
          </ac:spMkLst>
        </pc:spChg>
        <pc:spChg chg="add mod">
          <ac:chgData name="LOU GASEVSKI" userId="ff7f85ac-9c79-4788-960f-c7c9967227bb" providerId="ADAL" clId="{89EBAA7D-8B29-419A-8176-6FE71566CD7E}" dt="2026-06-10T02:58:18.023" v="716" actId="1076"/>
          <ac:spMkLst>
            <pc:docMk/>
            <pc:sldMk cId="3107429652" sldId="286"/>
            <ac:spMk id="110" creationId="{D62FDD4C-420F-DD0D-8DA9-188D6A447546}"/>
          </ac:spMkLst>
        </pc:spChg>
        <pc:spChg chg="add mod">
          <ac:chgData name="LOU GASEVSKI" userId="ff7f85ac-9c79-4788-960f-c7c9967227bb" providerId="ADAL" clId="{89EBAA7D-8B29-419A-8176-6FE71566CD7E}" dt="2026-06-10T03:04:28.806" v="792" actId="14100"/>
          <ac:spMkLst>
            <pc:docMk/>
            <pc:sldMk cId="3107429652" sldId="286"/>
            <ac:spMk id="112" creationId="{0D47AE68-7546-D196-18E0-88C5F3FE885A}"/>
          </ac:spMkLst>
        </pc:spChg>
        <pc:spChg chg="add mod">
          <ac:chgData name="LOU GASEVSKI" userId="ff7f85ac-9c79-4788-960f-c7c9967227bb" providerId="ADAL" clId="{89EBAA7D-8B29-419A-8176-6FE71566CD7E}" dt="2026-06-10T02:58:18.023" v="716" actId="1076"/>
          <ac:spMkLst>
            <pc:docMk/>
            <pc:sldMk cId="3107429652" sldId="286"/>
            <ac:spMk id="115" creationId="{4D5ACF0D-7A4C-0228-24B3-BC5197E73306}"/>
          </ac:spMkLst>
        </pc:spChg>
        <pc:spChg chg="add mod">
          <ac:chgData name="LOU GASEVSKI" userId="ff7f85ac-9c79-4788-960f-c7c9967227bb" providerId="ADAL" clId="{89EBAA7D-8B29-419A-8176-6FE71566CD7E}" dt="2026-06-10T03:04:28.806" v="792" actId="14100"/>
          <ac:spMkLst>
            <pc:docMk/>
            <pc:sldMk cId="3107429652" sldId="286"/>
            <ac:spMk id="117" creationId="{40DD4921-3A1C-9DF5-801B-2A1B6A432386}"/>
          </ac:spMkLst>
        </pc:spChg>
        <pc:spChg chg="add mod">
          <ac:chgData name="LOU GASEVSKI" userId="ff7f85ac-9c79-4788-960f-c7c9967227bb" providerId="ADAL" clId="{89EBAA7D-8B29-419A-8176-6FE71566CD7E}" dt="2026-06-10T02:58:18.023" v="716" actId="1076"/>
          <ac:spMkLst>
            <pc:docMk/>
            <pc:sldMk cId="3107429652" sldId="286"/>
            <ac:spMk id="118" creationId="{CBF812E2-CFC4-4A9A-AE3F-5DDF89F1D172}"/>
          </ac:spMkLst>
        </pc:spChg>
        <pc:spChg chg="add mod">
          <ac:chgData name="LOU GASEVSKI" userId="ff7f85ac-9c79-4788-960f-c7c9967227bb" providerId="ADAL" clId="{89EBAA7D-8B29-419A-8176-6FE71566CD7E}" dt="2026-06-10T03:04:28.806" v="792" actId="14100"/>
          <ac:spMkLst>
            <pc:docMk/>
            <pc:sldMk cId="3107429652" sldId="286"/>
            <ac:spMk id="122" creationId="{091F0AF2-FC0D-2A3C-8E94-AC8A3C7300D1}"/>
          </ac:spMkLst>
        </pc:spChg>
        <pc:spChg chg="add mod">
          <ac:chgData name="LOU GASEVSKI" userId="ff7f85ac-9c79-4788-960f-c7c9967227bb" providerId="ADAL" clId="{89EBAA7D-8B29-419A-8176-6FE71566CD7E}" dt="2026-06-10T02:58:18.023" v="716" actId="1076"/>
          <ac:spMkLst>
            <pc:docMk/>
            <pc:sldMk cId="3107429652" sldId="286"/>
            <ac:spMk id="125" creationId="{9C6F8B1D-6357-377F-7478-E6C27CB716A3}"/>
          </ac:spMkLst>
        </pc:spChg>
        <pc:spChg chg="add mod">
          <ac:chgData name="LOU GASEVSKI" userId="ff7f85ac-9c79-4788-960f-c7c9967227bb" providerId="ADAL" clId="{89EBAA7D-8B29-419A-8176-6FE71566CD7E}" dt="2026-06-10T03:04:28.806" v="792" actId="14100"/>
          <ac:spMkLst>
            <pc:docMk/>
            <pc:sldMk cId="3107429652" sldId="286"/>
            <ac:spMk id="127" creationId="{7183DEE5-48C7-70E4-6048-7F2455A54634}"/>
          </ac:spMkLst>
        </pc:spChg>
        <pc:spChg chg="add mod">
          <ac:chgData name="LOU GASEVSKI" userId="ff7f85ac-9c79-4788-960f-c7c9967227bb" providerId="ADAL" clId="{89EBAA7D-8B29-419A-8176-6FE71566CD7E}" dt="2026-06-10T03:02:52.426" v="753" actId="1035"/>
          <ac:spMkLst>
            <pc:docMk/>
            <pc:sldMk cId="3107429652" sldId="286"/>
            <ac:spMk id="132" creationId="{82ABF666-9292-B31F-8124-F4DE6F753C6C}"/>
          </ac:spMkLst>
        </pc:spChg>
        <pc:spChg chg="add mod">
          <ac:chgData name="LOU GASEVSKI" userId="ff7f85ac-9c79-4788-960f-c7c9967227bb" providerId="ADAL" clId="{89EBAA7D-8B29-419A-8176-6FE71566CD7E}" dt="2026-06-10T03:01:55.905" v="743" actId="164"/>
          <ac:spMkLst>
            <pc:docMk/>
            <pc:sldMk cId="3107429652" sldId="286"/>
            <ac:spMk id="133" creationId="{17AEDB24-6CE1-EB50-1BFF-8853BCEF6CDA}"/>
          </ac:spMkLst>
        </pc:spChg>
        <pc:spChg chg="add mod">
          <ac:chgData name="LOU GASEVSKI" userId="ff7f85ac-9c79-4788-960f-c7c9967227bb" providerId="ADAL" clId="{89EBAA7D-8B29-419A-8176-6FE71566CD7E}" dt="2026-06-10T03:01:55.905" v="743" actId="164"/>
          <ac:spMkLst>
            <pc:docMk/>
            <pc:sldMk cId="3107429652" sldId="286"/>
            <ac:spMk id="135" creationId="{41CF5E81-3E01-28DB-CBD3-50E765BA0896}"/>
          </ac:spMkLst>
        </pc:spChg>
        <pc:spChg chg="add mod">
          <ac:chgData name="LOU GASEVSKI" userId="ff7f85ac-9c79-4788-960f-c7c9967227bb" providerId="ADAL" clId="{89EBAA7D-8B29-419A-8176-6FE71566CD7E}" dt="2026-06-10T03:01:55.905" v="743" actId="164"/>
          <ac:spMkLst>
            <pc:docMk/>
            <pc:sldMk cId="3107429652" sldId="286"/>
            <ac:spMk id="136" creationId="{D412B902-36E4-D037-0D00-028807315A04}"/>
          </ac:spMkLst>
        </pc:spChg>
        <pc:spChg chg="add mod">
          <ac:chgData name="LOU GASEVSKI" userId="ff7f85ac-9c79-4788-960f-c7c9967227bb" providerId="ADAL" clId="{89EBAA7D-8B29-419A-8176-6FE71566CD7E}" dt="2026-06-10T20:28:42.772" v="2322" actId="14100"/>
          <ac:spMkLst>
            <pc:docMk/>
            <pc:sldMk cId="3107429652" sldId="286"/>
            <ac:spMk id="138" creationId="{544CF71D-CD72-F21D-4E6F-A877B9E75CE7}"/>
          </ac:spMkLst>
        </pc:spChg>
        <pc:spChg chg="add mod">
          <ac:chgData name="LOU GASEVSKI" userId="ff7f85ac-9c79-4788-960f-c7c9967227bb" providerId="ADAL" clId="{89EBAA7D-8B29-419A-8176-6FE71566CD7E}" dt="2026-06-10T03:01:55.905" v="743" actId="164"/>
          <ac:spMkLst>
            <pc:docMk/>
            <pc:sldMk cId="3107429652" sldId="286"/>
            <ac:spMk id="139" creationId="{3534858A-0431-83B2-1A1F-83E07B125A5D}"/>
          </ac:spMkLst>
        </pc:spChg>
        <pc:spChg chg="add mod">
          <ac:chgData name="LOU GASEVSKI" userId="ff7f85ac-9c79-4788-960f-c7c9967227bb" providerId="ADAL" clId="{89EBAA7D-8B29-419A-8176-6FE71566CD7E}" dt="2026-06-10T03:01:55.905" v="743" actId="164"/>
          <ac:spMkLst>
            <pc:docMk/>
            <pc:sldMk cId="3107429652" sldId="286"/>
            <ac:spMk id="141" creationId="{9FB8105B-586D-9A76-DBEE-D61A285CFD5C}"/>
          </ac:spMkLst>
        </pc:spChg>
        <pc:spChg chg="add mod">
          <ac:chgData name="LOU GASEVSKI" userId="ff7f85ac-9c79-4788-960f-c7c9967227bb" providerId="ADAL" clId="{89EBAA7D-8B29-419A-8176-6FE71566CD7E}" dt="2026-06-10T03:01:55.905" v="743" actId="164"/>
          <ac:spMkLst>
            <pc:docMk/>
            <pc:sldMk cId="3107429652" sldId="286"/>
            <ac:spMk id="142" creationId="{9FC4D1DB-3145-30F1-9263-78E00AAE1509}"/>
          </ac:spMkLst>
        </pc:spChg>
        <pc:spChg chg="add mod">
          <ac:chgData name="LOU GASEVSKI" userId="ff7f85ac-9c79-4788-960f-c7c9967227bb" providerId="ADAL" clId="{89EBAA7D-8B29-419A-8176-6FE71566CD7E}" dt="2026-06-10T03:01:55.905" v="743" actId="164"/>
          <ac:spMkLst>
            <pc:docMk/>
            <pc:sldMk cId="3107429652" sldId="286"/>
            <ac:spMk id="144" creationId="{0FE64811-D68F-1028-4A79-FB9079AF069B}"/>
          </ac:spMkLst>
        </pc:spChg>
        <pc:grpChg chg="add mod">
          <ac:chgData name="LOU GASEVSKI" userId="ff7f85ac-9c79-4788-960f-c7c9967227bb" providerId="ADAL" clId="{89EBAA7D-8B29-419A-8176-6FE71566CD7E}" dt="2026-06-10T02:49:55.754" v="644" actId="14100"/>
          <ac:grpSpMkLst>
            <pc:docMk/>
            <pc:sldMk cId="3107429652" sldId="286"/>
            <ac:grpSpMk id="90" creationId="{955ADF04-E260-5DA9-FA30-E1AABCB19302}"/>
          </ac:grpSpMkLst>
        </pc:grpChg>
        <pc:grpChg chg="add mod">
          <ac:chgData name="LOU GASEVSKI" userId="ff7f85ac-9c79-4788-960f-c7c9967227bb" providerId="ADAL" clId="{89EBAA7D-8B29-419A-8176-6FE71566CD7E}" dt="2026-06-10T02:49:55.754" v="644" actId="14100"/>
          <ac:grpSpMkLst>
            <pc:docMk/>
            <pc:sldMk cId="3107429652" sldId="286"/>
            <ac:grpSpMk id="91" creationId="{312DC8D2-158D-077C-4593-38F51BB8692D}"/>
          </ac:grpSpMkLst>
        </pc:grpChg>
        <pc:grpChg chg="add mod">
          <ac:chgData name="LOU GASEVSKI" userId="ff7f85ac-9c79-4788-960f-c7c9967227bb" providerId="ADAL" clId="{89EBAA7D-8B29-419A-8176-6FE71566CD7E}" dt="2026-06-10T02:49:55.754" v="644" actId="14100"/>
          <ac:grpSpMkLst>
            <pc:docMk/>
            <pc:sldMk cId="3107429652" sldId="286"/>
            <ac:grpSpMk id="92" creationId="{7837CDA8-F10B-B77F-B512-4F968F3B858B}"/>
          </ac:grpSpMkLst>
        </pc:grpChg>
        <pc:grpChg chg="add mod">
          <ac:chgData name="LOU GASEVSKI" userId="ff7f85ac-9c79-4788-960f-c7c9967227bb" providerId="ADAL" clId="{89EBAA7D-8B29-419A-8176-6FE71566CD7E}" dt="2026-06-10T02:49:55.754" v="644" actId="14100"/>
          <ac:grpSpMkLst>
            <pc:docMk/>
            <pc:sldMk cId="3107429652" sldId="286"/>
            <ac:grpSpMk id="93" creationId="{EB2C28C8-5A92-81C0-F5BB-713EF9909BE7}"/>
          </ac:grpSpMkLst>
        </pc:grpChg>
        <pc:grpChg chg="add mod">
          <ac:chgData name="LOU GASEVSKI" userId="ff7f85ac-9c79-4788-960f-c7c9967227bb" providerId="ADAL" clId="{89EBAA7D-8B29-419A-8176-6FE71566CD7E}" dt="2026-06-10T02:49:55.754" v="644" actId="14100"/>
          <ac:grpSpMkLst>
            <pc:docMk/>
            <pc:sldMk cId="3107429652" sldId="286"/>
            <ac:grpSpMk id="94" creationId="{03977CFA-3808-D6F4-5CA6-A0C4F5F6CB03}"/>
          </ac:grpSpMkLst>
        </pc:grpChg>
        <pc:grpChg chg="add mod">
          <ac:chgData name="LOU GASEVSKI" userId="ff7f85ac-9c79-4788-960f-c7c9967227bb" providerId="ADAL" clId="{89EBAA7D-8B29-419A-8176-6FE71566CD7E}" dt="2026-06-10T02:49:55.754" v="644" actId="14100"/>
          <ac:grpSpMkLst>
            <pc:docMk/>
            <pc:sldMk cId="3107429652" sldId="286"/>
            <ac:grpSpMk id="95" creationId="{4D482A37-B1CE-F97E-8CF4-E9458278CE6D}"/>
          </ac:grpSpMkLst>
        </pc:grpChg>
        <pc:grpChg chg="add mod ord">
          <ac:chgData name="LOU GASEVSKI" userId="ff7f85ac-9c79-4788-960f-c7c9967227bb" providerId="ADAL" clId="{89EBAA7D-8B29-419A-8176-6FE71566CD7E}" dt="2026-06-10T02:52:26.328" v="654" actId="166"/>
          <ac:grpSpMkLst>
            <pc:docMk/>
            <pc:sldMk cId="3107429652" sldId="286"/>
            <ac:grpSpMk id="96" creationId="{F0DD5774-0780-CBE4-226E-A7BEAB04055D}"/>
          </ac:grpSpMkLst>
        </pc:grpChg>
        <pc:grpChg chg="mod">
          <ac:chgData name="LOU GASEVSKI" userId="ff7f85ac-9c79-4788-960f-c7c9967227bb" providerId="ADAL" clId="{89EBAA7D-8B29-419A-8176-6FE71566CD7E}" dt="2026-06-10T03:13:05.452" v="927" actId="1076"/>
          <ac:grpSpMkLst>
            <pc:docMk/>
            <pc:sldMk cId="3107429652" sldId="286"/>
            <ac:grpSpMk id="131" creationId="{A58CFD22-09D6-E1C5-0006-EACE4DF2FC0D}"/>
          </ac:grpSpMkLst>
        </pc:grpChg>
        <pc:grpChg chg="mod">
          <ac:chgData name="LOU GASEVSKI" userId="ff7f85ac-9c79-4788-960f-c7c9967227bb" providerId="ADAL" clId="{89EBAA7D-8B29-419A-8176-6FE71566CD7E}" dt="2026-06-10T03:02:07.949" v="745" actId="1076"/>
          <ac:grpSpMkLst>
            <pc:docMk/>
            <pc:sldMk cId="3107429652" sldId="286"/>
            <ac:grpSpMk id="145" creationId="{9E40B75A-8EE8-0AFC-379E-C6259A981506}"/>
          </ac:grpSpMkLst>
        </pc:grpChg>
        <pc:picChg chg="mod">
          <ac:chgData name="LOU GASEVSKI" userId="ff7f85ac-9c79-4788-960f-c7c9967227bb" providerId="ADAL" clId="{89EBAA7D-8B29-419A-8176-6FE71566CD7E}" dt="2026-06-10T03:11:44.372" v="915" actId="1035"/>
          <ac:picMkLst>
            <pc:docMk/>
            <pc:sldMk cId="3107429652" sldId="286"/>
            <ac:picMk id="68" creationId="{61CA50B1-6BEE-5787-AD89-3C3FFFCA2683}"/>
          </ac:picMkLst>
        </pc:picChg>
        <pc:picChg chg="mod">
          <ac:chgData name="LOU GASEVSKI" userId="ff7f85ac-9c79-4788-960f-c7c9967227bb" providerId="ADAL" clId="{89EBAA7D-8B29-419A-8176-6FE71566CD7E}" dt="2026-06-10T02:49:09.001" v="619" actId="164"/>
          <ac:picMkLst>
            <pc:docMk/>
            <pc:sldMk cId="3107429652" sldId="286"/>
            <ac:picMk id="70" creationId="{D0064B27-9589-0D02-5B60-A8CC7E864FD3}"/>
          </ac:picMkLst>
        </pc:picChg>
        <pc:picChg chg="mod">
          <ac:chgData name="LOU GASEVSKI" userId="ff7f85ac-9c79-4788-960f-c7c9967227bb" providerId="ADAL" clId="{89EBAA7D-8B29-419A-8176-6FE71566CD7E}" dt="2026-06-10T02:49:13.214" v="620" actId="164"/>
          <ac:picMkLst>
            <pc:docMk/>
            <pc:sldMk cId="3107429652" sldId="286"/>
            <ac:picMk id="73" creationId="{3E979AE9-27E4-7E5F-35D9-3108FD594601}"/>
          </ac:picMkLst>
        </pc:picChg>
        <pc:picChg chg="mod">
          <ac:chgData name="LOU GASEVSKI" userId="ff7f85ac-9c79-4788-960f-c7c9967227bb" providerId="ADAL" clId="{89EBAA7D-8B29-419A-8176-6FE71566CD7E}" dt="2026-06-10T02:49:24.213" v="629" actId="164"/>
          <ac:picMkLst>
            <pc:docMk/>
            <pc:sldMk cId="3107429652" sldId="286"/>
            <ac:picMk id="76" creationId="{43692CCE-0528-5AAF-32E7-CDC350C1BD40}"/>
          </ac:picMkLst>
        </pc:picChg>
        <pc:picChg chg="mod">
          <ac:chgData name="LOU GASEVSKI" userId="ff7f85ac-9c79-4788-960f-c7c9967227bb" providerId="ADAL" clId="{89EBAA7D-8B29-419A-8176-6FE71566CD7E}" dt="2026-06-10T02:49:28.745" v="630" actId="164"/>
          <ac:picMkLst>
            <pc:docMk/>
            <pc:sldMk cId="3107429652" sldId="286"/>
            <ac:picMk id="79" creationId="{7C8B9DB2-6714-9251-809B-C618F321961E}"/>
          </ac:picMkLst>
        </pc:picChg>
        <pc:picChg chg="mod">
          <ac:chgData name="LOU GASEVSKI" userId="ff7f85ac-9c79-4788-960f-c7c9967227bb" providerId="ADAL" clId="{89EBAA7D-8B29-419A-8176-6FE71566CD7E}" dt="2026-06-10T02:49:33.824" v="631" actId="164"/>
          <ac:picMkLst>
            <pc:docMk/>
            <pc:sldMk cId="3107429652" sldId="286"/>
            <ac:picMk id="82" creationId="{375B86C1-5D06-0BA9-9C18-BE0249A71018}"/>
          </ac:picMkLst>
        </pc:picChg>
        <pc:picChg chg="mod">
          <ac:chgData name="LOU GASEVSKI" userId="ff7f85ac-9c79-4788-960f-c7c9967227bb" providerId="ADAL" clId="{89EBAA7D-8B29-419A-8176-6FE71566CD7E}" dt="2026-06-10T02:49:38.255" v="632" actId="164"/>
          <ac:picMkLst>
            <pc:docMk/>
            <pc:sldMk cId="3107429652" sldId="286"/>
            <ac:picMk id="85" creationId="{F981148B-F526-9FF4-5FE7-80051DF8639B}"/>
          </ac:picMkLst>
        </pc:picChg>
        <pc:picChg chg="add mod">
          <ac:chgData name="LOU GASEVSKI" userId="ff7f85ac-9c79-4788-960f-c7c9967227bb" providerId="ADAL" clId="{89EBAA7D-8B29-419A-8176-6FE71566CD7E}" dt="2026-06-10T02:45:10.160" v="484" actId="571"/>
          <ac:picMkLst>
            <pc:docMk/>
            <pc:sldMk cId="3107429652" sldId="286"/>
            <ac:picMk id="88" creationId="{CB395279-6252-8EEE-B038-B3228E6AE0EA}"/>
          </ac:picMkLst>
        </pc:picChg>
        <pc:picChg chg="mod">
          <ac:chgData name="LOU GASEVSKI" userId="ff7f85ac-9c79-4788-960f-c7c9967227bb" providerId="ADAL" clId="{89EBAA7D-8B29-419A-8176-6FE71566CD7E}" dt="2026-06-10T03:04:13.381" v="791" actId="29295"/>
          <ac:picMkLst>
            <pc:docMk/>
            <pc:sldMk cId="3107429652" sldId="286"/>
            <ac:picMk id="99" creationId="{E5FAC751-B86E-A958-AC21-2079D0EEC298}"/>
          </ac:picMkLst>
        </pc:picChg>
        <pc:picChg chg="mod">
          <ac:chgData name="LOU GASEVSKI" userId="ff7f85ac-9c79-4788-960f-c7c9967227bb" providerId="ADAL" clId="{89EBAA7D-8B29-419A-8176-6FE71566CD7E}" dt="2026-06-10T03:06:45.958" v="837" actId="29295"/>
          <ac:picMkLst>
            <pc:docMk/>
            <pc:sldMk cId="3107429652" sldId="286"/>
            <ac:picMk id="101" creationId="{D294D86A-856F-E8D9-87A8-731FB7AD15D0}"/>
          </ac:picMkLst>
        </pc:picChg>
        <pc:picChg chg="mod">
          <ac:chgData name="LOU GASEVSKI" userId="ff7f85ac-9c79-4788-960f-c7c9967227bb" providerId="ADAL" clId="{89EBAA7D-8B29-419A-8176-6FE71566CD7E}" dt="2026-06-10T03:04:13.381" v="791" actId="29295"/>
          <ac:picMkLst>
            <pc:docMk/>
            <pc:sldMk cId="3107429652" sldId="286"/>
            <ac:picMk id="104" creationId="{FD956EB2-CD39-8A44-BB02-4D5F6696A73E}"/>
          </ac:picMkLst>
        </pc:picChg>
        <pc:picChg chg="mod">
          <ac:chgData name="LOU GASEVSKI" userId="ff7f85ac-9c79-4788-960f-c7c9967227bb" providerId="ADAL" clId="{89EBAA7D-8B29-419A-8176-6FE71566CD7E}" dt="2026-06-10T03:06:45.958" v="837" actId="29295"/>
          <ac:picMkLst>
            <pc:docMk/>
            <pc:sldMk cId="3107429652" sldId="286"/>
            <ac:picMk id="106" creationId="{11FBF84C-2AE0-E524-C633-2239307D1B22}"/>
          </ac:picMkLst>
        </pc:picChg>
        <pc:picChg chg="mod">
          <ac:chgData name="LOU GASEVSKI" userId="ff7f85ac-9c79-4788-960f-c7c9967227bb" providerId="ADAL" clId="{89EBAA7D-8B29-419A-8176-6FE71566CD7E}" dt="2026-06-10T03:04:13.381" v="791" actId="29295"/>
          <ac:picMkLst>
            <pc:docMk/>
            <pc:sldMk cId="3107429652" sldId="286"/>
            <ac:picMk id="109" creationId="{D0CC80B8-D28D-026D-6CED-38FC555D74C9}"/>
          </ac:picMkLst>
        </pc:picChg>
        <pc:picChg chg="mod">
          <ac:chgData name="LOU GASEVSKI" userId="ff7f85ac-9c79-4788-960f-c7c9967227bb" providerId="ADAL" clId="{89EBAA7D-8B29-419A-8176-6FE71566CD7E}" dt="2026-06-10T03:06:45.958" v="837" actId="29295"/>
          <ac:picMkLst>
            <pc:docMk/>
            <pc:sldMk cId="3107429652" sldId="286"/>
            <ac:picMk id="111" creationId="{FBDF8CB2-F151-6354-EE38-DBA29CAF5BC2}"/>
          </ac:picMkLst>
        </pc:picChg>
        <pc:picChg chg="mod">
          <ac:chgData name="LOU GASEVSKI" userId="ff7f85ac-9c79-4788-960f-c7c9967227bb" providerId="ADAL" clId="{89EBAA7D-8B29-419A-8176-6FE71566CD7E}" dt="2026-06-10T03:04:13.381" v="791" actId="29295"/>
          <ac:picMkLst>
            <pc:docMk/>
            <pc:sldMk cId="3107429652" sldId="286"/>
            <ac:picMk id="114" creationId="{846CB64D-AAFA-DB24-4A3E-F404553A1A74}"/>
          </ac:picMkLst>
        </pc:picChg>
        <pc:picChg chg="mod">
          <ac:chgData name="LOU GASEVSKI" userId="ff7f85ac-9c79-4788-960f-c7c9967227bb" providerId="ADAL" clId="{89EBAA7D-8B29-419A-8176-6FE71566CD7E}" dt="2026-06-10T03:07:24.700" v="885"/>
          <ac:picMkLst>
            <pc:docMk/>
            <pc:sldMk cId="3107429652" sldId="286"/>
            <ac:picMk id="116" creationId="{68DF64C5-5A95-F33B-3E92-B94C4E674991}"/>
          </ac:picMkLst>
        </pc:picChg>
        <pc:picChg chg="mod">
          <ac:chgData name="LOU GASEVSKI" userId="ff7f85ac-9c79-4788-960f-c7c9967227bb" providerId="ADAL" clId="{89EBAA7D-8B29-419A-8176-6FE71566CD7E}" dt="2026-06-10T03:04:13.381" v="791" actId="29295"/>
          <ac:picMkLst>
            <pc:docMk/>
            <pc:sldMk cId="3107429652" sldId="286"/>
            <ac:picMk id="119" creationId="{7C432DDF-A2DB-AC0E-9570-1035BEB115AB}"/>
          </ac:picMkLst>
        </pc:picChg>
        <pc:picChg chg="mod">
          <ac:chgData name="LOU GASEVSKI" userId="ff7f85ac-9c79-4788-960f-c7c9967227bb" providerId="ADAL" clId="{89EBAA7D-8B29-419A-8176-6FE71566CD7E}" dt="2026-06-10T03:06:45.958" v="837" actId="29295"/>
          <ac:picMkLst>
            <pc:docMk/>
            <pc:sldMk cId="3107429652" sldId="286"/>
            <ac:picMk id="121" creationId="{51B5892A-CEBF-66E9-66F0-38D16D1FE18C}"/>
          </ac:picMkLst>
        </pc:picChg>
        <pc:picChg chg="mod">
          <ac:chgData name="LOU GASEVSKI" userId="ff7f85ac-9c79-4788-960f-c7c9967227bb" providerId="ADAL" clId="{89EBAA7D-8B29-419A-8176-6FE71566CD7E}" dt="2026-06-10T03:04:13.381" v="791" actId="29295"/>
          <ac:picMkLst>
            <pc:docMk/>
            <pc:sldMk cId="3107429652" sldId="286"/>
            <ac:picMk id="124" creationId="{5044E0E4-9BD2-EA41-EAAC-61AC140D6A5A}"/>
          </ac:picMkLst>
        </pc:picChg>
        <pc:picChg chg="mod">
          <ac:chgData name="LOU GASEVSKI" userId="ff7f85ac-9c79-4788-960f-c7c9967227bb" providerId="ADAL" clId="{89EBAA7D-8B29-419A-8176-6FE71566CD7E}" dt="2026-06-10T03:06:45.958" v="837" actId="29295"/>
          <ac:picMkLst>
            <pc:docMk/>
            <pc:sldMk cId="3107429652" sldId="286"/>
            <ac:picMk id="126" creationId="{ADF6CF94-82C0-84FC-1D73-3C20F46F1836}"/>
          </ac:picMkLst>
        </pc:picChg>
        <pc:picChg chg="mod">
          <ac:chgData name="LOU GASEVSKI" userId="ff7f85ac-9c79-4788-960f-c7c9967227bb" providerId="ADAL" clId="{89EBAA7D-8B29-419A-8176-6FE71566CD7E}" dt="2026-06-10T03:04:13.381" v="791" actId="29295"/>
          <ac:picMkLst>
            <pc:docMk/>
            <pc:sldMk cId="3107429652" sldId="286"/>
            <ac:picMk id="129" creationId="{A8385650-8171-7B92-903E-79DF62B3456A}"/>
          </ac:picMkLst>
        </pc:picChg>
        <pc:picChg chg="add mod">
          <ac:chgData name="LOU GASEVSKI" userId="ff7f85ac-9c79-4788-960f-c7c9967227bb" providerId="ADAL" clId="{89EBAA7D-8B29-419A-8176-6FE71566CD7E}" dt="2026-06-10T03:01:55.905" v="743" actId="164"/>
          <ac:picMkLst>
            <pc:docMk/>
            <pc:sldMk cId="3107429652" sldId="286"/>
            <ac:picMk id="134" creationId="{2FD36EE7-E797-4F4B-315C-A2BF8A7AFAFD}"/>
          </ac:picMkLst>
        </pc:picChg>
        <pc:picChg chg="mod">
          <ac:chgData name="LOU GASEVSKI" userId="ff7f85ac-9c79-4788-960f-c7c9967227bb" providerId="ADAL" clId="{89EBAA7D-8B29-419A-8176-6FE71566CD7E}" dt="2026-06-10T03:01:51.724" v="742" actId="1076"/>
          <ac:picMkLst>
            <pc:docMk/>
            <pc:sldMk cId="3107429652" sldId="286"/>
            <ac:picMk id="143" creationId="{3CFC19EB-D51D-8894-1910-347A5DA185B1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0942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future advantage of Design will not be AI itself — it is the ability to capture, connect, and scale judgment, and to develop better products faster. Open on the reframed vision: not an AI program, a faster and more connected Design Office.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began as a proof of concept became a strategic capability. Walk the audience along the pulse — leadership interest in October became deployment momentum by spring. The green fill on the line is the momentum.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organization moved from limited access to enterprise deployment. Lead with the 200+ hero number and the 10× story. The supporting grid and the reach bars give scale without turning evidence into a generic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Adoption matters more than licenses. The work this year was building the foundation — training, workflows, cross-studio learning, community, knowledge sharing — the conditions for the tools to take hold.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Current-state workflows AI maturity by region Active pilots Technology landscape PDP bottlenecks Best practices worth scaling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heart of the reframe. State the competitive reality plainly and without fear: leading Chinese OEMs are demonstrating a faster operating rhythm. We are not copying anyone — we are building the capability to learn and move faster. Read the chain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kinds of fragmentation slow us down. People fragmentation — judgment leaves with the person. Process fragmentation — sequential handoffs lose context at every step. Both are a tax on development speed. Keep it constructive: this is the problem Design Intelligence 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39963-662B-1E8D-86D3-F8820C5D2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C6B061-CDD3-6134-D2E7-B8EE90FF0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C7F98-1AEF-0E2A-804D-E5AF10A00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strategic slide. The goal is not to speed up handoffs — it is to remove them. Sequential development loses context at every gate. Concurrent co-development means Design, Engineering, Package, Manufacturing, and Research share one intelligence and work in parallel. Fewer handoffs, fewer surprises, faster programs.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C7DC1-FAA2-D71B-48F4-A45280E76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13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bridge. The tools proved value — the easy part. The real opportunity is bigger: how the organization learns, collaborates across functions, and develops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tool list — an ecosystem. The intelligences create, remember, capture, understand, co-develop, and connect, all feeding a shared core. Note the expansion beyond AI: immersive (VR/AR/spatial) and Engineering Intelligence for co-development. Connected, they become Organizational Intelligence — the digital nervous system of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PDP story told as a design story. Co-development means engineering, package, and manufacturing awareness arrive while creative freedom is high and the cost of change is low. The schematic is the classic paradox — act early, in the green zone. We surface conflicts not to constrain creativity, but to protect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examples make co-development real. Each blocker today surfaces late — at a gate, after commitments. Design Intelligence reveals them earlier, while the design can still absorb the change. The timeline shows the shift-left. Frame it as PDP acceleration.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silence. This is the emotional anchor of the deck. Land it slowly. Hold the pause. (Intentionally dark and cinematic against the light deck.)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horizon — not a roadmap. The journey of capability across years. Note the growing node and the green progression.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designer remains central. AI surrounds and supports — never substitutes.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moves between people, teams, regions. Learning becomes shared.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network grows. Every program adds a node. The organism becomes smarter.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hero. A living knowledge graph: every source of judgment connected into organizational memory. This should land emotionally — the organization remembers. Let the graph carry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executive-friendly concept — automotive leaders grasp it instantly. Every function feeds a single program twin that carries memory across Concept → Development → Launch. The program remembers, and every future program starts smarter than the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Friction. Searching. Waiting. Disconnected information. The audience should feel the weight of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Flow. Context. Confidence. The contrast with the prior slide should be obvious without saying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room is familiar — but every participant, human and digital, already has the information. Decision, rationale, tradeoffs, authority are present. The conversation becomes judgment, taste, and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Intelligence sharpens leadership decisions, not just designer workflows. Faster scenarios, stronger comparisons, clearer rationale, consistent GPC2 storytelling. The compounding benefit: rationale is preserved, so reviews build on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Technology keeps evolving faster than any one studio can track. The engine turns continuously: build skill inside, scan the outside, bring what we find back in. We don't adopt AI once — we build the capability to keep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 needs an organization to run it. A global network — regional champions, monthly reviews, shared best practice, scouting, training and pilots — keeps every studio learning from every other. Momentum is building; this is how learning compounds across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picture of success — not software deployed, but how the organization thinks and develops products. Note the PDP outcomes in the future column: concurrent development, earlier risk visibility, fewer handoffs.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close. We proved AI tools — the beginning. The destination is larger: a faster, smarter, globally connected Design organization that competes through speed, learning, collaboration, and better decisions. AI is not the destination. Leave the room with that one belief.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microsoft.com/office/2007/relationships/hdphoto" Target="../media/hdphoto1.wdp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3.png"/><Relationship Id="rId11" Type="http://schemas.openxmlformats.org/officeDocument/2006/relationships/image" Target="../media/image6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microsoft.com/office/2007/relationships/hdphoto" Target="../media/hdphoto2.wdp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video" Target="NULL" TargetMode="External"/><Relationship Id="rId2" Type="http://schemas.microsoft.com/office/2007/relationships/media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2.png"/><Relationship Id="rId6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2.png"/><Relationship Id="rId6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microsoft.com/office/2007/relationships/media" Target="../media/media3.mp4"/><Relationship Id="rId2" Type="http://schemas.openxmlformats.org/officeDocument/2006/relationships/video" Target="../media/media3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2.png"/><Relationship Id="rId6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18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7"/>
          <p:cNvSpPr/>
          <p:nvPr/>
        </p:nvSpPr>
        <p:spPr>
          <a:xfrm>
            <a:off x="822960" y="777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STELLANTIS · PRODUCT DESIGN OFFICE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600"/>
              </a:lnSpc>
              <a:buNone/>
            </a:pPr>
            <a:r>
              <a:rPr lang="en-US" sz="74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</a:p>
        </p:txBody>
      </p:sp>
      <p:sp>
        <p:nvSpPr>
          <p:cNvPr id="21" name="Text 19"/>
          <p:cNvSpPr/>
          <p:nvPr/>
        </p:nvSpPr>
        <p:spPr>
          <a:xfrm>
            <a:off x="822960" y="4343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Individual Expertise to </a:t>
            </a:r>
            <a:r>
              <a:rPr lang="en-US" sz="22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Intelligence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" y="4682205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faster, smarter, globally connected Design Office.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" y="6172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VISION · 2026 — 2032</a:t>
            </a:r>
            <a:endParaRPr lang="en-US" sz="1100" dirty="0"/>
          </a:p>
        </p:txBody>
      </p:sp>
      <p:sp>
        <p:nvSpPr>
          <p:cNvPr id="2" name="Text 18">
            <a:extLst>
              <a:ext uri="{FF2B5EF4-FFF2-40B4-BE49-F238E27FC236}">
                <a16:creationId xmlns:a16="http://schemas.microsoft.com/office/drawing/2014/main" id="{FEC156AF-37AE-743A-FF63-BF0C1F5D2E45}"/>
              </a:ext>
            </a:extLst>
          </p:cNvPr>
          <p:cNvSpPr/>
          <p:nvPr/>
        </p:nvSpPr>
        <p:spPr>
          <a:xfrm>
            <a:off x="822960" y="29946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600"/>
              </a:lnSpc>
              <a:buNone/>
            </a:pPr>
            <a:r>
              <a:rPr lang="en-US" sz="74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Amplified</a:t>
            </a:r>
            <a:endParaRPr lang="en-US" sz="7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D31FBF9B-7855-9674-6951-97E77692603A}"/>
              </a:ext>
            </a:extLst>
          </p:cNvPr>
          <p:cNvGrpSpPr/>
          <p:nvPr/>
        </p:nvGrpSpPr>
        <p:grpSpPr>
          <a:xfrm>
            <a:off x="228600" y="5319963"/>
            <a:ext cx="11795760" cy="886968"/>
            <a:chOff x="822960" y="5870448"/>
            <a:chExt cx="11100816" cy="886968"/>
          </a:xfrm>
        </p:grpSpPr>
        <p:sp>
          <p:nvSpPr>
            <p:cNvPr id="31" name="Shape 2">
              <a:extLst>
                <a:ext uri="{FF2B5EF4-FFF2-40B4-BE49-F238E27FC236}">
                  <a16:creationId xmlns:a16="http://schemas.microsoft.com/office/drawing/2014/main" id="{E824E928-4AD7-EE25-1B61-C2AE7CCA31D3}"/>
                </a:ext>
              </a:extLst>
            </p:cNvPr>
            <p:cNvSpPr/>
            <p:nvPr/>
          </p:nvSpPr>
          <p:spPr>
            <a:xfrm>
              <a:off x="822960" y="5870448"/>
              <a:ext cx="2084832" cy="886968"/>
            </a:xfrm>
            <a:prstGeom prst="roundRect">
              <a:avLst>
                <a:gd name="adj" fmla="val 3947"/>
              </a:avLst>
            </a:prstGeom>
            <a:solidFill>
              <a:srgbClr val="121216"/>
            </a:solidFill>
            <a:ln w="12700">
              <a:solidFill>
                <a:srgbClr val="2A2A3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5">
              <a:extLst>
                <a:ext uri="{FF2B5EF4-FFF2-40B4-BE49-F238E27FC236}">
                  <a16:creationId xmlns:a16="http://schemas.microsoft.com/office/drawing/2014/main" id="{45558070-CB5A-8D2A-E151-373CFD080B46}"/>
                </a:ext>
              </a:extLst>
            </p:cNvPr>
            <p:cNvSpPr/>
            <p:nvPr/>
          </p:nvSpPr>
          <p:spPr>
            <a:xfrm>
              <a:off x="3072384" y="5870448"/>
              <a:ext cx="2084832" cy="886968"/>
            </a:xfrm>
            <a:prstGeom prst="roundRect">
              <a:avLst>
                <a:gd name="adj" fmla="val 3947"/>
              </a:avLst>
            </a:prstGeom>
            <a:solidFill>
              <a:srgbClr val="121216"/>
            </a:solidFill>
            <a:ln w="12700">
              <a:solidFill>
                <a:srgbClr val="2A2A3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8">
              <a:extLst>
                <a:ext uri="{FF2B5EF4-FFF2-40B4-BE49-F238E27FC236}">
                  <a16:creationId xmlns:a16="http://schemas.microsoft.com/office/drawing/2014/main" id="{41C755EF-39FB-652C-5C2F-DB7E8179B55A}"/>
                </a:ext>
              </a:extLst>
            </p:cNvPr>
            <p:cNvSpPr/>
            <p:nvPr/>
          </p:nvSpPr>
          <p:spPr>
            <a:xfrm>
              <a:off x="5321808" y="5870448"/>
              <a:ext cx="2084832" cy="886968"/>
            </a:xfrm>
            <a:prstGeom prst="roundRect">
              <a:avLst>
                <a:gd name="adj" fmla="val 3947"/>
              </a:avLst>
            </a:prstGeom>
            <a:solidFill>
              <a:srgbClr val="121216"/>
            </a:solidFill>
            <a:ln w="12700">
              <a:solidFill>
                <a:srgbClr val="2A2A3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11">
              <a:extLst>
                <a:ext uri="{FF2B5EF4-FFF2-40B4-BE49-F238E27FC236}">
                  <a16:creationId xmlns:a16="http://schemas.microsoft.com/office/drawing/2014/main" id="{9A780F56-FFF7-8630-31A7-43173E8BB739}"/>
                </a:ext>
              </a:extLst>
            </p:cNvPr>
            <p:cNvSpPr/>
            <p:nvPr/>
          </p:nvSpPr>
          <p:spPr>
            <a:xfrm>
              <a:off x="7571232" y="5870448"/>
              <a:ext cx="2084832" cy="886968"/>
            </a:xfrm>
            <a:prstGeom prst="roundRect">
              <a:avLst>
                <a:gd name="adj" fmla="val 3947"/>
              </a:avLst>
            </a:prstGeom>
            <a:solidFill>
              <a:srgbClr val="121216"/>
            </a:solidFill>
            <a:ln w="12700">
              <a:solidFill>
                <a:srgbClr val="2A2A3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14">
              <a:extLst>
                <a:ext uri="{FF2B5EF4-FFF2-40B4-BE49-F238E27FC236}">
                  <a16:creationId xmlns:a16="http://schemas.microsoft.com/office/drawing/2014/main" id="{1619AF73-9A73-B135-1336-D0802F93AEBE}"/>
                </a:ext>
              </a:extLst>
            </p:cNvPr>
            <p:cNvSpPr/>
            <p:nvPr/>
          </p:nvSpPr>
          <p:spPr>
            <a:xfrm>
              <a:off x="9838944" y="5870448"/>
              <a:ext cx="2084832" cy="886968"/>
            </a:xfrm>
            <a:prstGeom prst="roundRect">
              <a:avLst>
                <a:gd name="adj" fmla="val 3947"/>
              </a:avLst>
            </a:prstGeom>
            <a:solidFill>
              <a:srgbClr val="191D0A"/>
            </a:solidFill>
            <a:ln w="12700">
              <a:solidFill>
                <a:srgbClr val="C8FF1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 0"/>
          <p:cNvSpPr/>
          <p:nvPr/>
        </p:nvSpPr>
        <p:spPr>
          <a:xfrm>
            <a:off x="822960" y="6858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exploration to </a:t>
            </a:r>
            <a:r>
              <a:rPr lang="en-US" sz="40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6733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began as a proof of concept became a strategic capability — in a single year.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818475"/>
            <a:ext cx="9875520" cy="0"/>
          </a:xfrm>
          <a:prstGeom prst="line">
            <a:avLst/>
          </a:prstGeom>
          <a:noFill/>
          <a:ln w="1905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88720" y="2818475"/>
            <a:ext cx="9875520" cy="0"/>
          </a:xfrm>
          <a:prstGeom prst="line">
            <a:avLst/>
          </a:prstGeom>
          <a:noFill/>
          <a:ln w="27940">
            <a:solidFill>
              <a:srgbClr val="C8FF1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251547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kern="0" spc="14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3074507"/>
            <a:ext cx="1920240" cy="734775"/>
          </a:xfrm>
          <a:prstGeom prst="roundRect">
            <a:avLst>
              <a:gd name="adj" fmla="val 56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3202523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Vizcom + Runway demonstrated to Global Design Leadership</a:t>
            </a:r>
            <a:endParaRPr lang="en-US" sz="1100" b="1" dirty="0"/>
          </a:p>
        </p:txBody>
      </p:sp>
      <p:sp>
        <p:nvSpPr>
          <p:cNvPr id="12" name="Text 10"/>
          <p:cNvSpPr/>
          <p:nvPr/>
        </p:nvSpPr>
        <p:spPr>
          <a:xfrm>
            <a:off x="2834640" y="2251547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kern="0" spc="14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 2025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7480" y="3074507"/>
            <a:ext cx="1920240" cy="734775"/>
          </a:xfrm>
          <a:prstGeom prst="roundRect">
            <a:avLst>
              <a:gd name="adj" fmla="val 56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16352" y="3202523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interest created</a:t>
            </a:r>
            <a:endParaRPr lang="en-US" sz="1100" b="1" dirty="0"/>
          </a:p>
        </p:txBody>
      </p:sp>
      <p:sp>
        <p:nvSpPr>
          <p:cNvPr id="16" name="Text 14"/>
          <p:cNvSpPr/>
          <p:nvPr/>
        </p:nvSpPr>
        <p:spPr>
          <a:xfrm>
            <a:off x="5303520" y="2251547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kern="0" spc="14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WINTER 2025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6360" y="3074507"/>
            <a:ext cx="1920240" cy="734775"/>
          </a:xfrm>
          <a:prstGeom prst="roundRect">
            <a:avLst>
              <a:gd name="adj" fmla="val 56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85232" y="3202523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developed</a:t>
            </a:r>
            <a:endParaRPr lang="en-US" sz="1100" b="1" dirty="0"/>
          </a:p>
        </p:txBody>
      </p:sp>
      <p:sp>
        <p:nvSpPr>
          <p:cNvPr id="20" name="Text 18"/>
          <p:cNvSpPr/>
          <p:nvPr/>
        </p:nvSpPr>
        <p:spPr>
          <a:xfrm>
            <a:off x="7772400" y="2251547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kern="0" spc="14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35240" y="3074507"/>
            <a:ext cx="1920240" cy="734775"/>
          </a:xfrm>
          <a:prstGeom prst="roundRect">
            <a:avLst>
              <a:gd name="adj" fmla="val 56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54112" y="3202523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licensing approved</a:t>
            </a:r>
            <a:endParaRPr lang="en-US" sz="1100" b="1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086740-7F39-FF96-4D57-EB208B4AB1D0}"/>
              </a:ext>
            </a:extLst>
          </p:cNvPr>
          <p:cNvGrpSpPr/>
          <p:nvPr/>
        </p:nvGrpSpPr>
        <p:grpSpPr>
          <a:xfrm>
            <a:off x="1097280" y="2727035"/>
            <a:ext cx="10058400" cy="182880"/>
            <a:chOff x="1097280" y="4023360"/>
            <a:chExt cx="10058400" cy="182880"/>
          </a:xfrm>
        </p:grpSpPr>
        <p:sp>
          <p:nvSpPr>
            <p:cNvPr id="7" name="Shape 5"/>
            <p:cNvSpPr/>
            <p:nvPr/>
          </p:nvSpPr>
          <p:spPr>
            <a:xfrm>
              <a:off x="1097280" y="4023360"/>
              <a:ext cx="182880" cy="182880"/>
            </a:xfrm>
            <a:prstGeom prst="ellipse">
              <a:avLst/>
            </a:prstGeom>
            <a:solidFill>
              <a:srgbClr val="C8FF1F"/>
            </a:solidFill>
            <a:ln w="12700">
              <a:solidFill>
                <a:srgbClr val="C8FF1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3566160" y="4023360"/>
              <a:ext cx="182880" cy="182880"/>
            </a:xfrm>
            <a:prstGeom prst="ellipse">
              <a:avLst/>
            </a:prstGeom>
            <a:solidFill>
              <a:srgbClr val="C8FF1F"/>
            </a:solidFill>
            <a:ln w="12700">
              <a:solidFill>
                <a:srgbClr val="C8FF1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6035040" y="4023360"/>
              <a:ext cx="182880" cy="182880"/>
            </a:xfrm>
            <a:prstGeom prst="ellipse">
              <a:avLst/>
            </a:prstGeom>
            <a:solidFill>
              <a:srgbClr val="C8FF1F"/>
            </a:solidFill>
            <a:ln w="12700">
              <a:solidFill>
                <a:srgbClr val="C8FF1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8503920" y="4023360"/>
              <a:ext cx="182880" cy="182880"/>
            </a:xfrm>
            <a:prstGeom prst="ellipse">
              <a:avLst/>
            </a:prstGeom>
            <a:solidFill>
              <a:srgbClr val="C8FF1F"/>
            </a:solidFill>
            <a:ln w="12700">
              <a:solidFill>
                <a:srgbClr val="C8FF1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10972800" y="4023360"/>
              <a:ext cx="182880" cy="182880"/>
            </a:xfrm>
            <a:prstGeom prst="ellipse">
              <a:avLst/>
            </a:prstGeom>
            <a:solidFill>
              <a:srgbClr val="C8FF1F"/>
            </a:solidFill>
            <a:ln w="12700">
              <a:solidFill>
                <a:srgbClr val="C8FF1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 22"/>
          <p:cNvSpPr/>
          <p:nvPr/>
        </p:nvSpPr>
        <p:spPr>
          <a:xfrm>
            <a:off x="10241280" y="2251547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kern="0" spc="14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2026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104120" y="3074507"/>
            <a:ext cx="1920240" cy="734775"/>
          </a:xfrm>
          <a:prstGeom prst="roundRect">
            <a:avLst>
              <a:gd name="adj" fmla="val 56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222992" y="3202523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deployment initiated</a:t>
            </a:r>
            <a:endParaRPr lang="en-US" sz="1100" b="1" dirty="0"/>
          </a:p>
        </p:txBody>
      </p:sp>
      <p:sp>
        <p:nvSpPr>
          <p:cNvPr id="27" name="Text 25"/>
          <p:cNvSpPr/>
          <p:nvPr/>
        </p:nvSpPr>
        <p:spPr>
          <a:xfrm>
            <a:off x="504688" y="385203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OF CONCEPT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35440" y="392518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CAPABILITY</a:t>
            </a:r>
            <a:endParaRPr lang="en-US" sz="900" dirty="0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D03F4680-350C-247D-4593-43A5EFFD6979}"/>
              </a:ext>
            </a:extLst>
          </p:cNvPr>
          <p:cNvSpPr/>
          <p:nvPr/>
        </p:nvSpPr>
        <p:spPr>
          <a:xfrm>
            <a:off x="777240" y="4572041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first year </a:t>
            </a:r>
            <a:r>
              <a:rPr lang="en-US" sz="38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taught us.</a:t>
            </a:r>
            <a:endParaRPr lang="en-US" sz="38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64FF107A-C05C-75E7-8B86-12784DC842E2}"/>
              </a:ext>
            </a:extLst>
          </p:cNvPr>
          <p:cNvSpPr/>
          <p:nvPr/>
        </p:nvSpPr>
        <p:spPr>
          <a:xfrm>
            <a:off x="317501" y="5464911"/>
            <a:ext cx="20375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8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3137348C-E86E-9065-DD9C-F8CDC13775CE}"/>
              </a:ext>
            </a:extLst>
          </p:cNvPr>
          <p:cNvSpPr/>
          <p:nvPr/>
        </p:nvSpPr>
        <p:spPr>
          <a:xfrm>
            <a:off x="899161" y="5515754"/>
            <a:ext cx="1498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matters more than licenses</a:t>
            </a:r>
            <a:endParaRPr lang="en-US" sz="110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6D31C481-3A41-ED98-9D29-A37AC0375682}"/>
              </a:ext>
            </a:extLst>
          </p:cNvPr>
          <p:cNvSpPr/>
          <p:nvPr/>
        </p:nvSpPr>
        <p:spPr>
          <a:xfrm>
            <a:off x="2691479" y="5457128"/>
            <a:ext cx="20531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8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AA4E5A3C-5188-8D7A-7943-B1BA3E578C40}"/>
              </a:ext>
            </a:extLst>
          </p:cNvPr>
          <p:cNvSpPr/>
          <p:nvPr/>
        </p:nvSpPr>
        <p:spPr>
          <a:xfrm>
            <a:off x="3358366" y="5515754"/>
            <a:ext cx="149868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 cases outperform demos</a:t>
            </a:r>
            <a:endParaRPr lang="en-US" sz="11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828C576A-2573-8902-B4D4-F52AF195E49E}"/>
              </a:ext>
            </a:extLst>
          </p:cNvPr>
          <p:cNvSpPr/>
          <p:nvPr/>
        </p:nvSpPr>
        <p:spPr>
          <a:xfrm>
            <a:off x="5115148" y="5457128"/>
            <a:ext cx="1985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8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66C1F404-F910-9F05-6CB5-2FB14DA48300}"/>
              </a:ext>
            </a:extLst>
          </p:cNvPr>
          <p:cNvSpPr/>
          <p:nvPr/>
        </p:nvSpPr>
        <p:spPr>
          <a:xfrm>
            <a:off x="5762122" y="5515754"/>
            <a:ext cx="1536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drives adoption</a:t>
            </a:r>
            <a:endParaRPr lang="en-US" sz="11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7E502095-60DC-B8DD-E2F7-CD8478A54AAD}"/>
              </a:ext>
            </a:extLst>
          </p:cNvPr>
          <p:cNvSpPr/>
          <p:nvPr/>
        </p:nvSpPr>
        <p:spPr>
          <a:xfrm>
            <a:off x="7506887" y="5457128"/>
            <a:ext cx="20196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80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00B54273-71A6-84AF-8DC4-04C5BF810BD4}"/>
              </a:ext>
            </a:extLst>
          </p:cNvPr>
          <p:cNvSpPr/>
          <p:nvPr/>
        </p:nvSpPr>
        <p:spPr>
          <a:xfrm>
            <a:off x="8152366" y="5515754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accelerates exploration</a:t>
            </a:r>
            <a:endParaRPr lang="en-US" sz="11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FD6222A6-94B7-E80B-D9C1-B89B32299EDC}"/>
              </a:ext>
            </a:extLst>
          </p:cNvPr>
          <p:cNvSpPr/>
          <p:nvPr/>
        </p:nvSpPr>
        <p:spPr>
          <a:xfrm>
            <a:off x="9897913" y="5457128"/>
            <a:ext cx="20375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800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096ACB5C-F69F-5540-6F2D-38419BEC4E78}"/>
              </a:ext>
            </a:extLst>
          </p:cNvPr>
          <p:cNvSpPr/>
          <p:nvPr/>
        </p:nvSpPr>
        <p:spPr>
          <a:xfrm>
            <a:off x="10522476" y="5515754"/>
            <a:ext cx="15018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judgment remains essential</a:t>
            </a:r>
            <a:endParaRPr lang="en-US" sz="110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F65992D8-1997-086B-FF68-0C06B3AB38FA}"/>
              </a:ext>
            </a:extLst>
          </p:cNvPr>
          <p:cNvSpPr/>
          <p:nvPr/>
        </p:nvSpPr>
        <p:spPr>
          <a:xfrm>
            <a:off x="822960" y="631429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creates value and </a:t>
            </a:r>
            <a:r>
              <a:rPr lang="en-US" sz="1600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humans remain irreplaceable.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ONE · 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13234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limited access to </a:t>
            </a:r>
            <a:r>
              <a:rPr lang="en-US" sz="38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deployment.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1773936"/>
            <a:ext cx="3200400" cy="2546423"/>
          </a:xfrm>
          <a:prstGeom prst="roundRect">
            <a:avLst>
              <a:gd name="adj" fmla="val 2571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83301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1005840" y="316879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Vizcom AI licenses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671718"/>
            <a:ext cx="2834640" cy="54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from 19 shared licenses a year ago to a 10× expansion of access.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773936"/>
            <a:ext cx="2395728" cy="1572768"/>
          </a:xfrm>
          <a:prstGeom prst="roundRect">
            <a:avLst>
              <a:gd name="adj" fmla="val 5233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1938528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407408" y="27066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 PDO Vizcom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B8B6AC"/>
                </a:solidFill>
                <a:latin typeface="Arial" pitchFamily="34" charset="0"/>
                <a:cs typeface="Arial" pitchFamily="34" charset="-120"/>
              </a:rPr>
              <a:t>Started with 19 licenses in 2025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458808"/>
            <a:ext cx="3241488" cy="2006039"/>
          </a:xfrm>
          <a:prstGeom prst="roundRect">
            <a:avLst>
              <a:gd name="adj" fmla="val 5233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47328" y="4458808"/>
            <a:ext cx="2395728" cy="1668320"/>
          </a:xfrm>
          <a:prstGeom prst="roundRect">
            <a:avLst>
              <a:gd name="adj" fmla="val 5233"/>
            </a:avLst>
          </a:prstGeom>
          <a:solidFill>
            <a:srgbClr val="121216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30208" y="462340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4448496" y="53914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 Runway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30568" y="1682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Vizcom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30568" y="1993392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0E0E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35763" y="1993392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C8FF1F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30568" y="2359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250 seats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71656" y="437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71656" y="4687408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0E0E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71657" y="4687408"/>
            <a:ext cx="101148" cy="310896"/>
          </a:xfrm>
          <a:prstGeom prst="roundRect">
            <a:avLst>
              <a:gd name="adj" fmla="val 14706"/>
            </a:avLst>
          </a:prstGeom>
          <a:solidFill>
            <a:srgbClr val="2A2A30"/>
          </a:solidFill>
          <a:ln w="635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71656" y="5053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110 seats</a:t>
            </a:r>
            <a:endParaRPr lang="en-US" sz="95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F2F8A518-B7A3-CD67-E10F-CF1F8B81E145}"/>
              </a:ext>
            </a:extLst>
          </p:cNvPr>
          <p:cNvSpPr/>
          <p:nvPr/>
        </p:nvSpPr>
        <p:spPr>
          <a:xfrm>
            <a:off x="960120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4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50ED45CD-27A1-B7AA-A761-49EF57A7C09C}"/>
              </a:ext>
            </a:extLst>
          </p:cNvPr>
          <p:cNvSpPr/>
          <p:nvPr/>
        </p:nvSpPr>
        <p:spPr>
          <a:xfrm>
            <a:off x="1005840" y="5564869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Runway AI licenses</a:t>
            </a:r>
            <a:endParaRPr lang="en-US" sz="160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55582264-85F9-47AB-0EB4-F207B82ECC07}"/>
              </a:ext>
            </a:extLst>
          </p:cNvPr>
          <p:cNvSpPr/>
          <p:nvPr/>
        </p:nvSpPr>
        <p:spPr>
          <a:xfrm>
            <a:off x="1005840" y="5977879"/>
            <a:ext cx="2834640" cy="54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5M credits ordered and the total number of seats is now 110</a:t>
            </a:r>
          </a:p>
        </p:txBody>
      </p:sp>
      <p:sp>
        <p:nvSpPr>
          <p:cNvPr id="36" name="Shape 25">
            <a:extLst>
              <a:ext uri="{FF2B5EF4-FFF2-40B4-BE49-F238E27FC236}">
                <a16:creationId xmlns:a16="http://schemas.microsoft.com/office/drawing/2014/main" id="{4BF2A94C-0667-4A70-D1B2-560E74F0CEDC}"/>
              </a:ext>
            </a:extLst>
          </p:cNvPr>
          <p:cNvSpPr/>
          <p:nvPr/>
        </p:nvSpPr>
        <p:spPr>
          <a:xfrm>
            <a:off x="6839873" y="1997420"/>
            <a:ext cx="515608" cy="302276"/>
          </a:xfrm>
          <a:prstGeom prst="roundRect">
            <a:avLst>
              <a:gd name="adj" fmla="val 14706"/>
            </a:avLst>
          </a:prstGeom>
          <a:noFill/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10">
            <a:extLst>
              <a:ext uri="{FF2B5EF4-FFF2-40B4-BE49-F238E27FC236}">
                <a16:creationId xmlns:a16="http://schemas.microsoft.com/office/drawing/2014/main" id="{D387EE37-6C64-903B-1677-69018DE134C1}"/>
              </a:ext>
            </a:extLst>
          </p:cNvPr>
          <p:cNvSpPr/>
          <p:nvPr/>
        </p:nvSpPr>
        <p:spPr>
          <a:xfrm>
            <a:off x="539892" y="3455692"/>
            <a:ext cx="5486877" cy="3056822"/>
          </a:xfrm>
          <a:prstGeom prst="roundRect">
            <a:avLst>
              <a:gd name="adj" fmla="val 1338"/>
            </a:avLst>
          </a:prstGeom>
          <a:solidFill>
            <a:srgbClr val="121216">
              <a:alpha val="43000"/>
            </a:srgbClr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22960" y="6858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ONE · CAPABILITY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11480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foundation; </a:t>
            </a:r>
            <a:r>
              <a:rPr lang="en-US" sz="40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Globally.</a:t>
            </a:r>
            <a:endParaRPr lang="en-US" sz="4000" dirty="0">
              <a:solidFill>
                <a:srgbClr val="C8FF1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17531" y="2016169"/>
            <a:ext cx="1655870" cy="859583"/>
          </a:xfrm>
          <a:prstGeom prst="roundRect">
            <a:avLst>
              <a:gd name="adj" fmla="val 60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5889" y="2074637"/>
            <a:ext cx="1539588" cy="29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62691" y="2510741"/>
            <a:ext cx="281525" cy="0"/>
          </a:xfrm>
          <a:prstGeom prst="line">
            <a:avLst/>
          </a:prstGeom>
          <a:noFill/>
          <a:ln w="1905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44216" y="2016169"/>
            <a:ext cx="1655870" cy="859583"/>
          </a:xfrm>
          <a:prstGeom prst="roundRect">
            <a:avLst>
              <a:gd name="adj" fmla="val 60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2573" y="2074637"/>
            <a:ext cx="1539588" cy="29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7883" y="2362909"/>
            <a:ext cx="1504398" cy="62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Workflows demonstrated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89376" y="2510741"/>
            <a:ext cx="281525" cy="0"/>
          </a:xfrm>
          <a:prstGeom prst="line">
            <a:avLst/>
          </a:prstGeom>
          <a:noFill/>
          <a:ln w="1905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70900" y="2016169"/>
            <a:ext cx="1655870" cy="859583"/>
          </a:xfrm>
          <a:prstGeom prst="roundRect">
            <a:avLst>
              <a:gd name="adj" fmla="val 60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9258" y="2074637"/>
            <a:ext cx="1539588" cy="29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16060" y="2510741"/>
            <a:ext cx="281525" cy="0"/>
          </a:xfrm>
          <a:prstGeom prst="line">
            <a:avLst/>
          </a:prstGeom>
          <a:noFill/>
          <a:ln w="1905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97585" y="2016169"/>
            <a:ext cx="1655870" cy="859583"/>
          </a:xfrm>
          <a:prstGeom prst="roundRect">
            <a:avLst>
              <a:gd name="adj" fmla="val 6000"/>
            </a:avLst>
          </a:prstGeom>
          <a:solidFill>
            <a:srgbClr val="C8FF1F">
              <a:alpha val="17000"/>
            </a:srgbClr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55943" y="2074637"/>
            <a:ext cx="1539588" cy="29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09588" y="2362909"/>
            <a:ext cx="1504398" cy="62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4F1E8"/>
                </a:solidFill>
                <a:latin typeface="Arial" pitchFamily="34" charset="0"/>
                <a:cs typeface="Arial" pitchFamily="34" charset="-120"/>
              </a:rPr>
              <a:t>Global AI Design Hub formulated.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42745" y="2510741"/>
            <a:ext cx="281525" cy="0"/>
          </a:xfrm>
          <a:prstGeom prst="line">
            <a:avLst/>
          </a:prstGeom>
          <a:noFill/>
          <a:ln w="1905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4270" y="2016169"/>
            <a:ext cx="1655870" cy="859583"/>
          </a:xfrm>
          <a:prstGeom prst="roundRect">
            <a:avLst>
              <a:gd name="adj" fmla="val 6000"/>
            </a:avLst>
          </a:prstGeom>
          <a:solidFill>
            <a:srgbClr val="C8FF1F">
              <a:alpha val="17000"/>
            </a:srgbClr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82627" y="2074637"/>
            <a:ext cx="1539588" cy="29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36273" y="2362909"/>
            <a:ext cx="1573922" cy="62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Intelligence Gathering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02573" y="2362909"/>
            <a:ext cx="1609969" cy="35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AI training scheduled</a:t>
            </a:r>
            <a:endParaRPr lang="en-US" sz="1300" dirty="0"/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1D1F1BF3-727A-85D0-3C25-E0A4DA2200FC}"/>
              </a:ext>
            </a:extLst>
          </p:cNvPr>
          <p:cNvSpPr/>
          <p:nvPr/>
        </p:nvSpPr>
        <p:spPr>
          <a:xfrm>
            <a:off x="9869429" y="2510741"/>
            <a:ext cx="281525" cy="0"/>
          </a:xfrm>
          <a:prstGeom prst="line">
            <a:avLst/>
          </a:prstGeom>
          <a:noFill/>
          <a:ln w="1905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6B709D97-5999-30EB-4FEA-3A92653101CB}"/>
              </a:ext>
            </a:extLst>
          </p:cNvPr>
          <p:cNvSpPr/>
          <p:nvPr/>
        </p:nvSpPr>
        <p:spPr>
          <a:xfrm>
            <a:off x="10150954" y="2016169"/>
            <a:ext cx="1655870" cy="859583"/>
          </a:xfrm>
          <a:prstGeom prst="roundRect">
            <a:avLst>
              <a:gd name="adj" fmla="val 6000"/>
            </a:avLst>
          </a:prstGeom>
          <a:solidFill>
            <a:srgbClr val="C8FF1F">
              <a:alpha val="17000"/>
            </a:srgbClr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E9F63D14-3E1B-2F2A-2250-B2744B04C8DE}"/>
              </a:ext>
            </a:extLst>
          </p:cNvPr>
          <p:cNvSpPr/>
          <p:nvPr/>
        </p:nvSpPr>
        <p:spPr>
          <a:xfrm>
            <a:off x="10309312" y="2074637"/>
            <a:ext cx="1539588" cy="29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37956925-23AF-8FC4-4B15-EAA5625F5F70}"/>
              </a:ext>
            </a:extLst>
          </p:cNvPr>
          <p:cNvSpPr/>
          <p:nvPr/>
        </p:nvSpPr>
        <p:spPr>
          <a:xfrm>
            <a:off x="8367964" y="2362909"/>
            <a:ext cx="1504398" cy="62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Assessment </a:t>
            </a:r>
            <a:endParaRPr lang="en-US" sz="1300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9D2AE486-E48C-4589-019F-66A2AED2D023}"/>
              </a:ext>
            </a:extLst>
          </p:cNvPr>
          <p:cNvSpPr/>
          <p:nvPr/>
        </p:nvSpPr>
        <p:spPr>
          <a:xfrm>
            <a:off x="10292607" y="2362909"/>
            <a:ext cx="1504398" cy="62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Roadmap</a:t>
            </a:r>
            <a:endParaRPr lang="en-US" sz="13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84532F42-42E5-D6F1-15DD-54E10D3EC9C1}"/>
              </a:ext>
            </a:extLst>
          </p:cNvPr>
          <p:cNvSpPr/>
          <p:nvPr/>
        </p:nvSpPr>
        <p:spPr>
          <a:xfrm>
            <a:off x="2640278" y="2973843"/>
            <a:ext cx="1609969" cy="35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Vizcom</a:t>
            </a:r>
          </a:p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Runway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84213604-DD98-9ACB-95C2-C52EEE6F06A3}"/>
              </a:ext>
            </a:extLst>
          </p:cNvPr>
          <p:cNvSpPr/>
          <p:nvPr/>
        </p:nvSpPr>
        <p:spPr>
          <a:xfrm>
            <a:off x="6406190" y="2973843"/>
            <a:ext cx="1961774" cy="35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workflows</a:t>
            </a:r>
          </a:p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AI Maturity by region</a:t>
            </a:r>
          </a:p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Active Pilots</a:t>
            </a:r>
          </a:p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Technology Landscape </a:t>
            </a:r>
          </a:p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PDP bottlenecks </a:t>
            </a:r>
          </a:p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Best practices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9DCEFBFA-D120-EE55-C368-6EC7A6659D4D}"/>
              </a:ext>
            </a:extLst>
          </p:cNvPr>
          <p:cNvSpPr/>
          <p:nvPr/>
        </p:nvSpPr>
        <p:spPr>
          <a:xfrm>
            <a:off x="8347538" y="2973843"/>
            <a:ext cx="1961774" cy="35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Opportunities</a:t>
            </a:r>
          </a:p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Quick Wins</a:t>
            </a:r>
          </a:p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Training Priorities </a:t>
            </a:r>
          </a:p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Pilot Candidates</a:t>
            </a:r>
          </a:p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Technology + AI  Gaps</a:t>
            </a:r>
          </a:p>
          <a:p>
            <a:pPr>
              <a:lnSpc>
                <a:spcPts val="1500"/>
              </a:lnSpc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3324F4FD-C974-3ABE-6B15-93DDFBAB499B}"/>
              </a:ext>
            </a:extLst>
          </p:cNvPr>
          <p:cNvSpPr/>
          <p:nvPr/>
        </p:nvSpPr>
        <p:spPr>
          <a:xfrm>
            <a:off x="9271288" y="2078994"/>
            <a:ext cx="601074" cy="29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60-day</a:t>
            </a:r>
            <a:endParaRPr lang="en-US" sz="1200" b="1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482A3316-FCCA-F0AE-F4D9-16690F602B6E}"/>
              </a:ext>
            </a:extLst>
          </p:cNvPr>
          <p:cNvSpPr/>
          <p:nvPr/>
        </p:nvSpPr>
        <p:spPr>
          <a:xfrm>
            <a:off x="11195931" y="2078994"/>
            <a:ext cx="601074" cy="29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90-Day</a:t>
            </a:r>
            <a:endParaRPr lang="en-US" sz="1200" b="1" dirty="0"/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10AEBE75-CE7B-76CF-A965-5C2927B736F5}"/>
              </a:ext>
            </a:extLst>
          </p:cNvPr>
          <p:cNvSpPr/>
          <p:nvPr/>
        </p:nvSpPr>
        <p:spPr>
          <a:xfrm>
            <a:off x="10288886" y="2973843"/>
            <a:ext cx="1961774" cy="35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Priorities</a:t>
            </a:r>
          </a:p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Global Recommendation</a:t>
            </a:r>
          </a:p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PDP Acceleration Plan</a:t>
            </a:r>
          </a:p>
          <a:p>
            <a:pPr>
              <a:lnSpc>
                <a:spcPts val="15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Scaling Framework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A9C81C85-8E75-57AC-6365-3ABC659249D7}"/>
              </a:ext>
            </a:extLst>
          </p:cNvPr>
          <p:cNvSpPr/>
          <p:nvPr/>
        </p:nvSpPr>
        <p:spPr>
          <a:xfrm>
            <a:off x="539892" y="6509684"/>
            <a:ext cx="5807120" cy="36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1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longer a local initiative; momentum is building worldwide with AI Design Hub initiative.</a:t>
            </a:r>
            <a:endParaRPr lang="en-US" sz="1100" dirty="0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B4C154FF-2A94-C116-63B4-137D923F55CB}"/>
              </a:ext>
            </a:extLst>
          </p:cNvPr>
          <p:cNvSpPr/>
          <p:nvPr/>
        </p:nvSpPr>
        <p:spPr>
          <a:xfrm>
            <a:off x="7302788" y="2078994"/>
            <a:ext cx="601074" cy="29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30-day</a:t>
            </a:r>
            <a:endParaRPr lang="en-US" sz="1200" b="1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4ABAD4F-4A33-43E5-7771-18A53DCA4D0F}"/>
              </a:ext>
            </a:extLst>
          </p:cNvPr>
          <p:cNvGrpSpPr/>
          <p:nvPr/>
        </p:nvGrpSpPr>
        <p:grpSpPr>
          <a:xfrm>
            <a:off x="725003" y="3597253"/>
            <a:ext cx="4993489" cy="2796402"/>
            <a:chOff x="4921240" y="2439275"/>
            <a:chExt cx="7388177" cy="4137449"/>
          </a:xfrm>
        </p:grpSpPr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87E9BD13-859D-ABE5-B721-E582E8C9BED6}"/>
                </a:ext>
              </a:extLst>
            </p:cNvPr>
            <p:cNvSpPr/>
            <p:nvPr/>
          </p:nvSpPr>
          <p:spPr>
            <a:xfrm>
              <a:off x="8616439" y="3026671"/>
              <a:ext cx="0" cy="2962656"/>
            </a:xfrm>
            <a:prstGeom prst="line">
              <a:avLst/>
            </a:prstGeom>
            <a:noFill/>
            <a:ln w="12700">
              <a:solidFill>
                <a:srgbClr val="C8FF1F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27" name="Shape 9">
              <a:extLst>
                <a:ext uri="{FF2B5EF4-FFF2-40B4-BE49-F238E27FC236}">
                  <a16:creationId xmlns:a16="http://schemas.microsoft.com/office/drawing/2014/main" id="{BDBC1813-0A68-6B37-56EE-34073668776A}"/>
                </a:ext>
              </a:extLst>
            </p:cNvPr>
            <p:cNvSpPr/>
            <p:nvPr/>
          </p:nvSpPr>
          <p:spPr>
            <a:xfrm flipV="1">
              <a:off x="5765622" y="3767335"/>
              <a:ext cx="5701634" cy="1481328"/>
            </a:xfrm>
            <a:prstGeom prst="line">
              <a:avLst/>
            </a:prstGeom>
            <a:noFill/>
            <a:ln w="3175">
              <a:solidFill>
                <a:srgbClr val="C8FF1F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32" name="Shape 13">
              <a:extLst>
                <a:ext uri="{FF2B5EF4-FFF2-40B4-BE49-F238E27FC236}">
                  <a16:creationId xmlns:a16="http://schemas.microsoft.com/office/drawing/2014/main" id="{710D7297-42E5-AFD0-48E5-0571CFEE37B1}"/>
                </a:ext>
              </a:extLst>
            </p:cNvPr>
            <p:cNvSpPr/>
            <p:nvPr/>
          </p:nvSpPr>
          <p:spPr>
            <a:xfrm>
              <a:off x="5765622" y="3767335"/>
              <a:ext cx="5701634" cy="1481328"/>
            </a:xfrm>
            <a:prstGeom prst="line">
              <a:avLst/>
            </a:prstGeom>
            <a:noFill/>
            <a:ln w="3175">
              <a:solidFill>
                <a:srgbClr val="C8FF1F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87" name="Shape 18">
              <a:extLst>
                <a:ext uri="{FF2B5EF4-FFF2-40B4-BE49-F238E27FC236}">
                  <a16:creationId xmlns:a16="http://schemas.microsoft.com/office/drawing/2014/main" id="{239F79A4-3C76-0099-51A9-475A17AC37D8}"/>
                </a:ext>
              </a:extLst>
            </p:cNvPr>
            <p:cNvSpPr/>
            <p:nvPr/>
          </p:nvSpPr>
          <p:spPr>
            <a:xfrm>
              <a:off x="8257481" y="2439275"/>
              <a:ext cx="717918" cy="717917"/>
            </a:xfrm>
            <a:prstGeom prst="ellipse">
              <a:avLst/>
            </a:prstGeom>
            <a:solidFill>
              <a:srgbClr val="15171E"/>
            </a:solidFill>
            <a:ln w="15875">
              <a:solidFill>
                <a:srgbClr val="C8FF1F"/>
              </a:solidFill>
              <a:prstDash val="solid"/>
            </a:ln>
            <a:effectLst>
              <a:outerShdw blurRad="177800" dist="63500" dir="5400000" algn="bl" rotWithShape="0">
                <a:srgbClr val="000000">
                  <a:alpha val="45000"/>
                </a:srgbClr>
              </a:outerShdw>
            </a:effec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34" name="Text 19">
              <a:extLst>
                <a:ext uri="{FF2B5EF4-FFF2-40B4-BE49-F238E27FC236}">
                  <a16:creationId xmlns:a16="http://schemas.microsoft.com/office/drawing/2014/main" id="{EFB8CF31-AC4C-C140-1A22-91B05685AA00}"/>
                </a:ext>
              </a:extLst>
            </p:cNvPr>
            <p:cNvSpPr/>
            <p:nvPr/>
          </p:nvSpPr>
          <p:spPr>
            <a:xfrm>
              <a:off x="9076350" y="2661073"/>
              <a:ext cx="893617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Germany</a:t>
              </a:r>
              <a:endParaRPr lang="en-US" sz="1200" dirty="0"/>
            </a:p>
          </p:txBody>
        </p:sp>
        <p:sp>
          <p:nvSpPr>
            <p:cNvPr id="85" name="Shape 20">
              <a:extLst>
                <a:ext uri="{FF2B5EF4-FFF2-40B4-BE49-F238E27FC236}">
                  <a16:creationId xmlns:a16="http://schemas.microsoft.com/office/drawing/2014/main" id="{0CAE8EBC-E4A3-454A-09FA-1094161245C2}"/>
                </a:ext>
              </a:extLst>
            </p:cNvPr>
            <p:cNvSpPr/>
            <p:nvPr/>
          </p:nvSpPr>
          <p:spPr>
            <a:xfrm>
              <a:off x="10723248" y="3408377"/>
              <a:ext cx="717918" cy="717917"/>
            </a:xfrm>
            <a:prstGeom prst="ellipse">
              <a:avLst/>
            </a:prstGeom>
            <a:solidFill>
              <a:srgbClr val="15171E"/>
            </a:solidFill>
            <a:ln w="15875">
              <a:solidFill>
                <a:srgbClr val="C8FF1F"/>
              </a:solidFill>
              <a:prstDash val="solid"/>
            </a:ln>
            <a:effectLst>
              <a:outerShdw blurRad="177800" dist="63500" dir="5400000" algn="bl" rotWithShape="0">
                <a:srgbClr val="000000">
                  <a:alpha val="45000"/>
                </a:srgbClr>
              </a:outerShdw>
            </a:effec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38" name="Text 21">
              <a:extLst>
                <a:ext uri="{FF2B5EF4-FFF2-40B4-BE49-F238E27FC236}">
                  <a16:creationId xmlns:a16="http://schemas.microsoft.com/office/drawing/2014/main" id="{73D3F93C-A1D1-C7F2-017E-895D10519178}"/>
                </a:ext>
              </a:extLst>
            </p:cNvPr>
            <p:cNvSpPr/>
            <p:nvPr/>
          </p:nvSpPr>
          <p:spPr>
            <a:xfrm>
              <a:off x="11489213" y="3562637"/>
              <a:ext cx="8202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France</a:t>
              </a:r>
              <a:endParaRPr lang="en-US" sz="1200" dirty="0"/>
            </a:p>
          </p:txBody>
        </p:sp>
        <p:sp>
          <p:nvSpPr>
            <p:cNvPr id="83" name="Shape 22">
              <a:extLst>
                <a:ext uri="{FF2B5EF4-FFF2-40B4-BE49-F238E27FC236}">
                  <a16:creationId xmlns:a16="http://schemas.microsoft.com/office/drawing/2014/main" id="{9FB33B20-7122-C41E-7949-8E794C3A937C}"/>
                </a:ext>
              </a:extLst>
            </p:cNvPr>
            <p:cNvSpPr/>
            <p:nvPr/>
          </p:nvSpPr>
          <p:spPr>
            <a:xfrm>
              <a:off x="10723248" y="4889704"/>
              <a:ext cx="717918" cy="717917"/>
            </a:xfrm>
            <a:prstGeom prst="ellipse">
              <a:avLst/>
            </a:prstGeom>
            <a:solidFill>
              <a:srgbClr val="15171E"/>
            </a:solidFill>
            <a:ln w="15875">
              <a:solidFill>
                <a:srgbClr val="C8FF1F"/>
              </a:solidFill>
              <a:prstDash val="solid"/>
            </a:ln>
            <a:effectLst>
              <a:outerShdw blurRad="177800" dist="63500" dir="5400000" algn="bl" rotWithShape="0">
                <a:srgbClr val="000000">
                  <a:alpha val="45000"/>
                </a:srgbClr>
              </a:outerShdw>
            </a:effec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41" name="Text 23">
              <a:extLst>
                <a:ext uri="{FF2B5EF4-FFF2-40B4-BE49-F238E27FC236}">
                  <a16:creationId xmlns:a16="http://schemas.microsoft.com/office/drawing/2014/main" id="{5C15C9F7-AB1F-75C9-8E5B-5A5E91E9F5E2}"/>
                </a:ext>
              </a:extLst>
            </p:cNvPr>
            <p:cNvSpPr/>
            <p:nvPr/>
          </p:nvSpPr>
          <p:spPr>
            <a:xfrm>
              <a:off x="11384702" y="5141267"/>
              <a:ext cx="76659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Italy</a:t>
              </a:r>
              <a:endParaRPr lang="en-US" sz="1200" dirty="0"/>
            </a:p>
          </p:txBody>
        </p:sp>
        <p:sp>
          <p:nvSpPr>
            <p:cNvPr id="81" name="Shape 24">
              <a:extLst>
                <a:ext uri="{FF2B5EF4-FFF2-40B4-BE49-F238E27FC236}">
                  <a16:creationId xmlns:a16="http://schemas.microsoft.com/office/drawing/2014/main" id="{FABDC95B-E3EB-6680-0884-83EFB96D9AD6}"/>
                </a:ext>
              </a:extLst>
            </p:cNvPr>
            <p:cNvSpPr/>
            <p:nvPr/>
          </p:nvSpPr>
          <p:spPr>
            <a:xfrm>
              <a:off x="8257481" y="5858807"/>
              <a:ext cx="717918" cy="717917"/>
            </a:xfrm>
            <a:prstGeom prst="ellipse">
              <a:avLst/>
            </a:prstGeom>
            <a:solidFill>
              <a:srgbClr val="15171E"/>
            </a:solidFill>
            <a:ln w="15875">
              <a:solidFill>
                <a:srgbClr val="C8FF1F"/>
              </a:solidFill>
              <a:prstDash val="solid"/>
            </a:ln>
            <a:effectLst>
              <a:outerShdw blurRad="177800" dist="63500" dir="5400000" algn="bl" rotWithShape="0">
                <a:srgbClr val="000000">
                  <a:alpha val="45000"/>
                </a:srgbClr>
              </a:outerShdw>
            </a:effec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7" name="Text 25">
              <a:extLst>
                <a:ext uri="{FF2B5EF4-FFF2-40B4-BE49-F238E27FC236}">
                  <a16:creationId xmlns:a16="http://schemas.microsoft.com/office/drawing/2014/main" id="{2F1DC630-F321-5370-B6A8-E3EB5446E11D}"/>
                </a:ext>
              </a:extLst>
            </p:cNvPr>
            <p:cNvSpPr/>
            <p:nvPr/>
          </p:nvSpPr>
          <p:spPr>
            <a:xfrm>
              <a:off x="8932531" y="6055454"/>
              <a:ext cx="79446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China</a:t>
              </a:r>
              <a:endParaRPr lang="en-US" sz="1200" dirty="0"/>
            </a:p>
          </p:txBody>
        </p:sp>
        <p:sp>
          <p:nvSpPr>
            <p:cNvPr id="79" name="Shape 26">
              <a:extLst>
                <a:ext uri="{FF2B5EF4-FFF2-40B4-BE49-F238E27FC236}">
                  <a16:creationId xmlns:a16="http://schemas.microsoft.com/office/drawing/2014/main" id="{4044A22F-EA31-CD8F-3F00-F1BE322993B3}"/>
                </a:ext>
              </a:extLst>
            </p:cNvPr>
            <p:cNvSpPr/>
            <p:nvPr/>
          </p:nvSpPr>
          <p:spPr>
            <a:xfrm>
              <a:off x="5742149" y="4889704"/>
              <a:ext cx="717918" cy="717917"/>
            </a:xfrm>
            <a:prstGeom prst="ellipse">
              <a:avLst/>
            </a:prstGeom>
            <a:solidFill>
              <a:srgbClr val="15171E"/>
            </a:solidFill>
            <a:ln w="15875">
              <a:solidFill>
                <a:srgbClr val="C8FF1F"/>
              </a:solidFill>
              <a:prstDash val="solid"/>
            </a:ln>
            <a:effectLst>
              <a:outerShdw blurRad="177800" dist="63500" dir="5400000" algn="bl" rotWithShape="0">
                <a:srgbClr val="000000">
                  <a:alpha val="45000"/>
                </a:srgbClr>
              </a:outerShdw>
            </a:effec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9" name="Text 27">
              <a:extLst>
                <a:ext uri="{FF2B5EF4-FFF2-40B4-BE49-F238E27FC236}">
                  <a16:creationId xmlns:a16="http://schemas.microsoft.com/office/drawing/2014/main" id="{4B88BFF9-3982-CBB6-2675-EA07525642FE}"/>
                </a:ext>
              </a:extLst>
            </p:cNvPr>
            <p:cNvSpPr/>
            <p:nvPr/>
          </p:nvSpPr>
          <p:spPr>
            <a:xfrm>
              <a:off x="4921240" y="5127689"/>
              <a:ext cx="76984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Brazil</a:t>
              </a:r>
              <a:endParaRPr lang="en-US" sz="1200" dirty="0"/>
            </a:p>
          </p:txBody>
        </p:sp>
        <p:sp>
          <p:nvSpPr>
            <p:cNvPr id="77" name="Shape 28">
              <a:extLst>
                <a:ext uri="{FF2B5EF4-FFF2-40B4-BE49-F238E27FC236}">
                  <a16:creationId xmlns:a16="http://schemas.microsoft.com/office/drawing/2014/main" id="{EB7C4FDB-2E01-8C03-9DC6-EB8184494D87}"/>
                </a:ext>
              </a:extLst>
            </p:cNvPr>
            <p:cNvSpPr/>
            <p:nvPr/>
          </p:nvSpPr>
          <p:spPr>
            <a:xfrm>
              <a:off x="5742149" y="3408377"/>
              <a:ext cx="717918" cy="717917"/>
            </a:xfrm>
            <a:prstGeom prst="ellipse">
              <a:avLst/>
            </a:prstGeom>
            <a:solidFill>
              <a:srgbClr val="15171E"/>
            </a:solidFill>
            <a:ln w="15875">
              <a:solidFill>
                <a:srgbClr val="C8FF1F"/>
              </a:solidFill>
              <a:prstDash val="solid"/>
            </a:ln>
            <a:effectLst>
              <a:outerShdw blurRad="177800" dist="63500" dir="5400000" algn="bl" rotWithShape="0">
                <a:srgbClr val="000000">
                  <a:alpha val="45000"/>
                </a:srgbClr>
              </a:outerShdw>
            </a:effec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2" name="Text 29">
              <a:extLst>
                <a:ext uri="{FF2B5EF4-FFF2-40B4-BE49-F238E27FC236}">
                  <a16:creationId xmlns:a16="http://schemas.microsoft.com/office/drawing/2014/main" id="{A6367207-AE01-3C8A-AC91-EF20CF79D8F4}"/>
                </a:ext>
              </a:extLst>
            </p:cNvPr>
            <p:cNvSpPr/>
            <p:nvPr/>
          </p:nvSpPr>
          <p:spPr>
            <a:xfrm>
              <a:off x="5006550" y="3562637"/>
              <a:ext cx="79719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USA</a:t>
              </a:r>
              <a:endParaRPr lang="en-US" sz="1200" dirty="0"/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D34611B7-71B7-238F-F443-CF81F7B1872C}"/>
                </a:ext>
              </a:extLst>
            </p:cNvPr>
            <p:cNvGrpSpPr/>
            <p:nvPr/>
          </p:nvGrpSpPr>
          <p:grpSpPr>
            <a:xfrm>
              <a:off x="8048140" y="3939700"/>
              <a:ext cx="1136598" cy="1136598"/>
              <a:chOff x="5721402" y="4206050"/>
              <a:chExt cx="1136598" cy="1136598"/>
            </a:xfrm>
          </p:grpSpPr>
          <p:sp>
            <p:nvSpPr>
              <p:cNvPr id="75" name="Shape 17">
                <a:extLst>
                  <a:ext uri="{FF2B5EF4-FFF2-40B4-BE49-F238E27FC236}">
                    <a16:creationId xmlns:a16="http://schemas.microsoft.com/office/drawing/2014/main" id="{B003F154-EC2E-67ED-BB67-2CD6F79A08B8}"/>
                  </a:ext>
                </a:extLst>
              </p:cNvPr>
              <p:cNvSpPr/>
              <p:nvPr/>
            </p:nvSpPr>
            <p:spPr>
              <a:xfrm>
                <a:off x="5721402" y="4206050"/>
                <a:ext cx="1136598" cy="1136598"/>
              </a:xfrm>
              <a:prstGeom prst="ellipse">
                <a:avLst/>
              </a:prstGeom>
              <a:solidFill>
                <a:srgbClr val="354600"/>
              </a:solidFill>
              <a:ln w="12700">
                <a:solidFill>
                  <a:srgbClr val="C8FF1F"/>
                </a:solidFill>
                <a:prstDash val="solid"/>
              </a:ln>
            </p:spPr>
            <p:txBody>
              <a:bodyPr/>
              <a:lstStyle/>
              <a:p>
                <a:endParaRPr lang="en-US" sz="1400" dirty="0"/>
              </a:p>
            </p:txBody>
          </p:sp>
          <p:pic>
            <p:nvPicPr>
              <p:cNvPr id="76" name="Image 0" descr="/tmp/di2/assets/ic_network_cy.png">
                <a:extLst>
                  <a:ext uri="{FF2B5EF4-FFF2-40B4-BE49-F238E27FC236}">
                    <a16:creationId xmlns:a16="http://schemas.microsoft.com/office/drawing/2014/main" id="{400CF719-DEC2-C4E9-2AD0-BA80FEB097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prstClr val="black"/>
                  <a:srgbClr val="C8FF1F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5997187" y="4500981"/>
                <a:ext cx="585025" cy="585025"/>
              </a:xfrm>
              <a:prstGeom prst="rect">
                <a:avLst/>
              </a:prstGeom>
            </p:spPr>
          </p:pic>
        </p:grpSp>
        <p:sp>
          <p:nvSpPr>
            <p:cNvPr id="74" name="Text 25">
              <a:extLst>
                <a:ext uri="{FF2B5EF4-FFF2-40B4-BE49-F238E27FC236}">
                  <a16:creationId xmlns:a16="http://schemas.microsoft.com/office/drawing/2014/main" id="{21D07881-8840-C9E0-C7C0-5FE7BFAAD4F7}"/>
                </a:ext>
              </a:extLst>
            </p:cNvPr>
            <p:cNvSpPr/>
            <p:nvPr/>
          </p:nvSpPr>
          <p:spPr>
            <a:xfrm>
              <a:off x="7041080" y="5083178"/>
              <a:ext cx="3431457" cy="3520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Design Intelligence</a:t>
              </a:r>
              <a:endParaRPr lang="en-US" sz="1600" b="1" dirty="0"/>
            </a:p>
          </p:txBody>
        </p:sp>
      </p:grpSp>
      <p:sp>
        <p:nvSpPr>
          <p:cNvPr id="90" name="Shape 9">
            <a:extLst>
              <a:ext uri="{FF2B5EF4-FFF2-40B4-BE49-F238E27FC236}">
                <a16:creationId xmlns:a16="http://schemas.microsoft.com/office/drawing/2014/main" id="{35679881-7829-540B-E0AE-C0394C6EE493}"/>
              </a:ext>
            </a:extLst>
          </p:cNvPr>
          <p:cNvSpPr/>
          <p:nvPr/>
        </p:nvSpPr>
        <p:spPr>
          <a:xfrm flipV="1">
            <a:off x="5194527" y="2875751"/>
            <a:ext cx="0" cy="579939"/>
          </a:xfrm>
          <a:prstGeom prst="line">
            <a:avLst/>
          </a:prstGeom>
          <a:noFill/>
          <a:ln w="1905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is becoming the </a:t>
            </a:r>
            <a:r>
              <a:rPr lang="en-US" sz="42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manufacturers — particularly in China — are setting a new pace for product development: faster cycles, concurrent engineering, higher perceived value. The opportunity is not to copy them. It is to build a Design organization that learns and moves faster.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3456432"/>
            <a:ext cx="2308860" cy="1143000"/>
          </a:xfrm>
          <a:prstGeom prst="roundRect">
            <a:avLst>
              <a:gd name="adj" fmla="val 72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3639312"/>
            <a:ext cx="1997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Intelligence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4169664"/>
            <a:ext cx="1997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&amp; connect judgment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31820" y="3456432"/>
            <a:ext cx="320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51860" y="3456432"/>
            <a:ext cx="2308860" cy="1143000"/>
          </a:xfrm>
          <a:prstGeom prst="roundRect">
            <a:avLst>
              <a:gd name="adj" fmla="val 72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6452" y="3639312"/>
            <a:ext cx="1997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Collaboration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16452" y="4169664"/>
            <a:ext cx="1997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context across functions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0" y="3456432"/>
            <a:ext cx="320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080760" y="3456432"/>
            <a:ext cx="2308860" cy="1143000"/>
          </a:xfrm>
          <a:prstGeom prst="roundRect">
            <a:avLst>
              <a:gd name="adj" fmla="val 72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45352" y="3639312"/>
            <a:ext cx="1997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 Compression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45352" y="4169664"/>
            <a:ext cx="1997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handoffs, less rework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89620" y="3456432"/>
            <a:ext cx="320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709660" y="3456432"/>
            <a:ext cx="2308860" cy="1143000"/>
          </a:xfrm>
          <a:prstGeom prst="roundRect">
            <a:avLst>
              <a:gd name="adj" fmla="val 7200"/>
            </a:avLst>
          </a:prstGeom>
          <a:solidFill>
            <a:srgbClr val="191D0A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74252" y="3639312"/>
            <a:ext cx="1997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Faster, Better Products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874252" y="4169664"/>
            <a:ext cx="1997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competitive outcome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5010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 spc="20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BUSINESS CASE FOR DESIGN INTELLIGENCE</a:t>
            </a:r>
            <a:endParaRPr lang="en-US" sz="1200" dirty="0">
              <a:solidFill>
                <a:srgbClr val="C8FF1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10972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fragments. </a:t>
            </a:r>
            <a:r>
              <a:rPr lang="en-US" sz="36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Handoffs multiply.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5029200" cy="3200400"/>
          </a:xfrm>
          <a:prstGeom prst="roundRect">
            <a:avLst>
              <a:gd name="adj" fmla="val 2571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2697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150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KNOWLEDGE 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251960"/>
            <a:ext cx="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0" y="4251960"/>
            <a:ext cx="118872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91840" y="4251960"/>
            <a:ext cx="0" cy="54864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27832" y="4187952"/>
            <a:ext cx="128016" cy="128016"/>
          </a:xfrm>
          <a:prstGeom prst="ellipse">
            <a:avLst/>
          </a:prstGeom>
          <a:solidFill>
            <a:srgbClr val="B8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47672" y="3547872"/>
            <a:ext cx="128016" cy="128016"/>
          </a:xfrm>
          <a:prstGeom prst="ellipse">
            <a:avLst/>
          </a:prstGeom>
          <a:solidFill>
            <a:srgbClr val="B8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16552" y="3456432"/>
            <a:ext cx="128016" cy="128016"/>
          </a:xfrm>
          <a:prstGeom prst="ellipse">
            <a:avLst/>
          </a:prstGeom>
          <a:solidFill>
            <a:srgbClr val="B8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63383" y="4402836"/>
            <a:ext cx="128016" cy="128016"/>
          </a:xfrm>
          <a:prstGeom prst="ellipse">
            <a:avLst/>
          </a:prstGeom>
          <a:solidFill>
            <a:srgbClr val="B8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90872" y="4645152"/>
            <a:ext cx="128016" cy="128016"/>
          </a:xfrm>
          <a:prstGeom prst="ellipse">
            <a:avLst/>
          </a:prstGeom>
          <a:solidFill>
            <a:srgbClr val="8684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10712" y="3090672"/>
            <a:ext cx="128016" cy="128016"/>
          </a:xfrm>
          <a:prstGeom prst="ellipse">
            <a:avLst/>
          </a:prstGeom>
          <a:solidFill>
            <a:srgbClr val="8684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07088" y="3913632"/>
            <a:ext cx="128016" cy="128016"/>
          </a:xfrm>
          <a:prstGeom prst="ellipse">
            <a:avLst/>
          </a:prstGeom>
          <a:solidFill>
            <a:srgbClr val="8684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0" y="3154680"/>
            <a:ext cx="457200" cy="0"/>
          </a:xfrm>
          <a:prstGeom prst="line">
            <a:avLst/>
          </a:prstGeom>
          <a:noFill/>
          <a:ln w="12700">
            <a:solidFill>
              <a:srgbClr val="86847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671096" y="3977640"/>
            <a:ext cx="0" cy="365760"/>
          </a:xfrm>
          <a:prstGeom prst="line">
            <a:avLst/>
          </a:prstGeom>
          <a:noFill/>
          <a:ln w="12700">
            <a:solidFill>
              <a:srgbClr val="86847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4892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Expertise is distributed across global studios and leaves with the people who hold it. Every retirement, role change, and program end fragments decades of judgment.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2468880"/>
            <a:ext cx="5303520" cy="3200400"/>
          </a:xfrm>
          <a:prstGeom prst="roundRect">
            <a:avLst>
              <a:gd name="adj" fmla="val 2571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2697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150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HANDOFF LOSES CONTEXT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94053" y="3401568"/>
            <a:ext cx="914400" cy="512064"/>
          </a:xfrm>
          <a:prstGeom prst="roundRect">
            <a:avLst>
              <a:gd name="adj" fmla="val 10714"/>
            </a:avLst>
          </a:prstGeom>
          <a:solidFill>
            <a:srgbClr val="0E0E12"/>
          </a:solidFill>
          <a:ln w="9525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94053" y="340156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08453" y="340156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28493" y="3401568"/>
            <a:ext cx="914400" cy="512064"/>
          </a:xfrm>
          <a:prstGeom prst="roundRect">
            <a:avLst>
              <a:gd name="adj" fmla="val 10714"/>
            </a:avLst>
          </a:prstGeom>
          <a:solidFill>
            <a:srgbClr val="0E0E12"/>
          </a:solidFill>
          <a:ln w="9525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28493" y="340156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42893" y="340156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762933" y="3401568"/>
            <a:ext cx="914400" cy="512064"/>
          </a:xfrm>
          <a:prstGeom prst="roundRect">
            <a:avLst>
              <a:gd name="adj" fmla="val 10714"/>
            </a:avLst>
          </a:prstGeom>
          <a:solidFill>
            <a:srgbClr val="0E0E12"/>
          </a:solidFill>
          <a:ln w="9525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762933" y="340156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Mfg.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77333" y="340156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997373" y="3401568"/>
            <a:ext cx="914400" cy="512064"/>
          </a:xfrm>
          <a:prstGeom prst="roundRect">
            <a:avLst>
              <a:gd name="adj" fmla="val 10714"/>
            </a:avLst>
          </a:prstGeom>
          <a:solidFill>
            <a:srgbClr val="0E0E12"/>
          </a:solidFill>
          <a:ln w="9525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997373" y="340156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Mktg.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94120" y="394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retained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94053" y="4305716"/>
            <a:ext cx="914400" cy="164592"/>
          </a:xfrm>
          <a:prstGeom prst="rect">
            <a:avLst/>
          </a:prstGeom>
          <a:solidFill>
            <a:srgbClr val="C8F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94053" y="4305716"/>
            <a:ext cx="914400" cy="164592"/>
          </a:xfrm>
          <a:prstGeom prst="rect">
            <a:avLst/>
          </a:prstGeom>
          <a:solidFill>
            <a:srgbClr val="C8FF1F"/>
          </a:solidFill>
          <a:ln w="3175">
            <a:solidFill>
              <a:srgbClr val="C8FF1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528493" y="4305716"/>
            <a:ext cx="914400" cy="164592"/>
          </a:xfrm>
          <a:prstGeom prst="rect">
            <a:avLst/>
          </a:prstGeom>
          <a:solidFill>
            <a:srgbClr val="0E0E12"/>
          </a:solidFill>
          <a:ln w="3175">
            <a:solidFill>
              <a:srgbClr val="C8FF1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528493" y="4305716"/>
            <a:ext cx="658368" cy="164592"/>
          </a:xfrm>
          <a:prstGeom prst="rect">
            <a:avLst/>
          </a:prstGeom>
          <a:solidFill>
            <a:srgbClr val="C8F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762933" y="4305716"/>
            <a:ext cx="914400" cy="164592"/>
          </a:xfrm>
          <a:prstGeom prst="rect">
            <a:avLst/>
          </a:prstGeom>
          <a:solidFill>
            <a:srgbClr val="0E0E12"/>
          </a:solidFill>
          <a:ln w="3175">
            <a:solidFill>
              <a:srgbClr val="C8FF1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762933" y="4305716"/>
            <a:ext cx="402336" cy="164592"/>
          </a:xfrm>
          <a:prstGeom prst="rect">
            <a:avLst/>
          </a:prstGeom>
          <a:solidFill>
            <a:srgbClr val="C8F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997373" y="4305716"/>
            <a:ext cx="914400" cy="164592"/>
          </a:xfrm>
          <a:prstGeom prst="rect">
            <a:avLst/>
          </a:prstGeom>
          <a:solidFill>
            <a:srgbClr val="0E0E12"/>
          </a:solidFill>
          <a:ln w="3175">
            <a:solidFill>
              <a:srgbClr val="C8FF1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997373" y="4305716"/>
            <a:ext cx="146304" cy="164592"/>
          </a:xfrm>
          <a:prstGeom prst="rect">
            <a:avLst/>
          </a:prstGeom>
          <a:solidFill>
            <a:srgbClr val="C8F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94120" y="4892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handoff adds delay, loses context, and forces the next team to rebuild understanding.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Fragmentation is the real tax on product-development speed.</a:t>
            </a:r>
            <a:endParaRPr lang="en-US" sz="1600" dirty="0"/>
          </a:p>
        </p:txBody>
      </p:sp>
      <p:sp>
        <p:nvSpPr>
          <p:cNvPr id="44" name="Text 0"/>
          <p:cNvSpPr/>
          <p:nvPr/>
        </p:nvSpPr>
        <p:spPr>
          <a:xfrm>
            <a:off x="822960" y="6949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COST TODAY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5">
            <a:extLst>
              <a:ext uri="{FF2B5EF4-FFF2-40B4-BE49-F238E27FC236}">
                <a16:creationId xmlns:a16="http://schemas.microsoft.com/office/drawing/2014/main" id="{D7DC6C13-81D7-52E0-DB51-1E9FFAA9325E}"/>
              </a:ext>
            </a:extLst>
          </p:cNvPr>
          <p:cNvSpPr/>
          <p:nvPr/>
        </p:nvSpPr>
        <p:spPr>
          <a:xfrm>
            <a:off x="8302752" y="2011680"/>
            <a:ext cx="3382032" cy="4080510"/>
          </a:xfrm>
          <a:prstGeom prst="roundRect">
            <a:avLst>
              <a:gd name="adj" fmla="val 2591"/>
            </a:avLst>
          </a:prstGeom>
          <a:solidFill>
            <a:srgbClr val="191D0A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7042F8D1-39A9-5174-600A-52437C20E922}"/>
              </a:ext>
            </a:extLst>
          </p:cNvPr>
          <p:cNvSpPr/>
          <p:nvPr/>
        </p:nvSpPr>
        <p:spPr>
          <a:xfrm>
            <a:off x="4335504" y="2000250"/>
            <a:ext cx="3749040" cy="4080510"/>
          </a:xfrm>
          <a:prstGeom prst="roundRect">
            <a:avLst>
              <a:gd name="adj" fmla="val 2571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70E9DC05-9D4A-B922-60FF-D5C609F9759B}"/>
              </a:ext>
            </a:extLst>
          </p:cNvPr>
          <p:cNvSpPr/>
          <p:nvPr/>
        </p:nvSpPr>
        <p:spPr>
          <a:xfrm>
            <a:off x="368256" y="2000250"/>
            <a:ext cx="3749040" cy="4080510"/>
          </a:xfrm>
          <a:prstGeom prst="roundRect">
            <a:avLst>
              <a:gd name="adj" fmla="val 2571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9536" y="2304288"/>
            <a:ext cx="566928" cy="566928"/>
          </a:xfrm>
          <a:prstGeom prst="ellipse">
            <a:avLst/>
          </a:prstGeom>
          <a:solidFill>
            <a:srgbClr val="1C202B"/>
          </a:solidFill>
          <a:ln w="15875">
            <a:solidFill>
              <a:srgbClr val="C8FF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tmp/di2/assets/ic_file_cy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5840" y="24505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32257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0" cap="none" spc="10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INFORMATION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932688" y="3154680"/>
            <a:ext cx="27066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C7CCD4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C7CCD4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Emails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C7CCD4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Transcripts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C7CCD4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Presentations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809744" y="2304288"/>
            <a:ext cx="566928" cy="566928"/>
          </a:xfrm>
          <a:prstGeom prst="ellipse">
            <a:avLst/>
          </a:prstGeom>
          <a:solidFill>
            <a:srgbClr val="1C202B"/>
          </a:solidFill>
          <a:ln w="15875">
            <a:solidFill>
              <a:srgbClr val="C8FF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/tmp/di2/assets/ic_network_cy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56048" y="245059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232257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0" cap="none" spc="10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KNOWLEDGE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882896" y="3154680"/>
            <a:ext cx="27066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E6F7F8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Connected Context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E6F7F8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Reviews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E6F7F8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Lessons Learned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E6F7F8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Research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759952" y="2304288"/>
            <a:ext cx="566928" cy="566928"/>
          </a:xfrm>
          <a:prstGeom prst="ellipse">
            <a:avLst/>
          </a:prstGeom>
          <a:solidFill>
            <a:srgbClr val="1C202B"/>
          </a:solidFill>
          <a:ln w="15875">
            <a:solidFill>
              <a:srgbClr val="C8FF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2" descr="/tmp/di2/assets/ic_judgment_cy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6100"/>
                    </a14:imgEffect>
                    <a14:imgEffect>
                      <a14:saturation sat="9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06256" y="245059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54896" y="232257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0" cap="none" spc="100" normalizeH="0" baseline="0" noProof="0" dirty="0">
                <a:ln>
                  <a:noFill/>
                </a:ln>
                <a:solidFill>
                  <a:srgbClr val="C8FF1F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JUDGMENT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C8FF1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833104" y="3154680"/>
            <a:ext cx="27066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Why decisions were made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Tradeoffs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Authority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Outcomes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Reasoning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3" descr="/tmp/di2/assets/ic_arrow_cy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041648" y="3927348"/>
            <a:ext cx="310896" cy="237744"/>
          </a:xfrm>
          <a:prstGeom prst="rect">
            <a:avLst/>
          </a:prstGeom>
        </p:spPr>
      </p:pic>
      <p:pic>
        <p:nvPicPr>
          <p:cNvPr id="20" name="Image 4" descr="/tmp/di2/assets/ic_arrow_cy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991856" y="3927348"/>
            <a:ext cx="310896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0" y="6231240"/>
            <a:ext cx="12192001" cy="418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9AA1AD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Most organizations stop at information. Some reach knowledge. The asset is judgment; knowing not just what happened, but why.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E8A05876-027D-6FB2-3CA4-DDB52239E0A2}"/>
              </a:ext>
            </a:extLst>
          </p:cNvPr>
          <p:cNvSpPr/>
          <p:nvPr/>
        </p:nvSpPr>
        <p:spPr>
          <a:xfrm>
            <a:off x="822960" y="6949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cs typeface="Courier New" pitchFamily="34" charset="-120"/>
              </a:rPr>
              <a:t>FROM INFORMATION TO JUDGEMENT</a:t>
            </a:r>
            <a:endParaRPr lang="en-US" sz="11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0AB4FAF9-CF67-D950-AF63-25D81E39B5CD}"/>
              </a:ext>
            </a:extLst>
          </p:cNvPr>
          <p:cNvSpPr/>
          <p:nvPr/>
        </p:nvSpPr>
        <p:spPr>
          <a:xfrm>
            <a:off x="777240" y="10972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i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Asset Is </a:t>
            </a:r>
            <a:r>
              <a:rPr lang="en-US" sz="36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</a:t>
            </a:r>
            <a:endParaRPr lang="en-US" sz="3600" dirty="0">
              <a:solidFill>
                <a:srgbClr val="C8FF1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F0787E-9E60-0A9E-9097-1C11E3677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20">
            <a:extLst>
              <a:ext uri="{FF2B5EF4-FFF2-40B4-BE49-F238E27FC236}">
                <a16:creationId xmlns:a16="http://schemas.microsoft.com/office/drawing/2014/main" id="{4758CC8D-6792-FB75-5DE5-19C2C65D1465}"/>
              </a:ext>
            </a:extLst>
          </p:cNvPr>
          <p:cNvSpPr/>
          <p:nvPr/>
        </p:nvSpPr>
        <p:spPr>
          <a:xfrm flipH="1">
            <a:off x="3246067" y="7597304"/>
            <a:ext cx="2801884" cy="1427057"/>
          </a:xfrm>
          <a:prstGeom prst="line">
            <a:avLst/>
          </a:prstGeom>
          <a:noFill/>
          <a:ln w="635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19">
            <a:extLst>
              <a:ext uri="{FF2B5EF4-FFF2-40B4-BE49-F238E27FC236}">
                <a16:creationId xmlns:a16="http://schemas.microsoft.com/office/drawing/2014/main" id="{8532A7D8-52C3-859E-D7F6-36F11ADD0B29}"/>
              </a:ext>
            </a:extLst>
          </p:cNvPr>
          <p:cNvSpPr/>
          <p:nvPr/>
        </p:nvSpPr>
        <p:spPr>
          <a:xfrm flipH="1">
            <a:off x="2321560" y="7597304"/>
            <a:ext cx="3314911" cy="501560"/>
          </a:xfrm>
          <a:prstGeom prst="line">
            <a:avLst/>
          </a:prstGeom>
          <a:noFill/>
          <a:ln w="635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523430A8-A35D-1EF4-FB34-13299DE3B28C}"/>
              </a:ext>
            </a:extLst>
          </p:cNvPr>
          <p:cNvSpPr/>
          <p:nvPr/>
        </p:nvSpPr>
        <p:spPr>
          <a:xfrm flipH="1">
            <a:off x="3977640" y="8465985"/>
            <a:ext cx="2103120" cy="475488"/>
          </a:xfrm>
          <a:prstGeom prst="line">
            <a:avLst/>
          </a:prstGeom>
          <a:noFill/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0">
            <a:extLst>
              <a:ext uri="{FF2B5EF4-FFF2-40B4-BE49-F238E27FC236}">
                <a16:creationId xmlns:a16="http://schemas.microsoft.com/office/drawing/2014/main" id="{0463500A-A694-0EE6-AE7C-03D9331EAF7E}"/>
              </a:ext>
            </a:extLst>
          </p:cNvPr>
          <p:cNvSpPr/>
          <p:nvPr/>
        </p:nvSpPr>
        <p:spPr>
          <a:xfrm>
            <a:off x="3401271" y="8465984"/>
            <a:ext cx="2651760" cy="0"/>
          </a:xfrm>
          <a:prstGeom prst="line">
            <a:avLst/>
          </a:prstGeom>
          <a:noFill/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80ABB749-F36D-8060-C8C4-86606AFC1754}"/>
              </a:ext>
            </a:extLst>
          </p:cNvPr>
          <p:cNvSpPr/>
          <p:nvPr/>
        </p:nvSpPr>
        <p:spPr>
          <a:xfrm>
            <a:off x="3401271" y="8098864"/>
            <a:ext cx="0" cy="925497"/>
          </a:xfrm>
          <a:prstGeom prst="line">
            <a:avLst/>
          </a:prstGeom>
          <a:noFill/>
          <a:ln w="635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DA5C5C8-C6BA-2EE1-A153-E5549670C54D}"/>
              </a:ext>
            </a:extLst>
          </p:cNvPr>
          <p:cNvSpPr/>
          <p:nvPr/>
        </p:nvSpPr>
        <p:spPr>
          <a:xfrm>
            <a:off x="822960" y="6400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PDP CONNECTION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A6F72F-2E23-0128-FF79-45B92A683434}"/>
              </a:ext>
            </a:extLst>
          </p:cNvPr>
          <p:cNvSpPr/>
          <p:nvPr/>
        </p:nvSpPr>
        <p:spPr>
          <a:xfrm>
            <a:off x="777240" y="10058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faster handoffs; </a:t>
            </a:r>
            <a:r>
              <a:rPr lang="en-US" sz="36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handoffs.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DD65DA0-1BBF-3431-ACD8-A60194BBF70C}"/>
              </a:ext>
            </a:extLst>
          </p:cNvPr>
          <p:cNvSpPr/>
          <p:nvPr/>
        </p:nvSpPr>
        <p:spPr>
          <a:xfrm>
            <a:off x="822960" y="1557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150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 · SEQUENTIAL DEVELOPMENT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3723434-0979-3278-0E37-88192C5339F4}"/>
              </a:ext>
            </a:extLst>
          </p:cNvPr>
          <p:cNvSpPr/>
          <p:nvPr/>
        </p:nvSpPr>
        <p:spPr>
          <a:xfrm>
            <a:off x="1011784" y="35398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· lost context · rework at every gate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C4E1932-F09D-D6BA-2348-9D12BB6C1D09}"/>
              </a:ext>
            </a:extLst>
          </p:cNvPr>
          <p:cNvSpPr/>
          <p:nvPr/>
        </p:nvSpPr>
        <p:spPr>
          <a:xfrm>
            <a:off x="820776" y="45973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15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· CONCURRENT CO-DEVELOPMENT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D47411E-D55F-34E6-AE9C-0808476B476D}"/>
              </a:ext>
            </a:extLst>
          </p:cNvPr>
          <p:cNvSpPr/>
          <p:nvPr/>
        </p:nvSpPr>
        <p:spPr>
          <a:xfrm>
            <a:off x="6080760" y="7597304"/>
            <a:ext cx="3314911" cy="501560"/>
          </a:xfrm>
          <a:prstGeom prst="line">
            <a:avLst/>
          </a:prstGeom>
          <a:noFill/>
          <a:ln w="635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A795C67-C1BA-B740-FA32-45FE80033427}"/>
              </a:ext>
            </a:extLst>
          </p:cNvPr>
          <p:cNvSpPr/>
          <p:nvPr/>
        </p:nvSpPr>
        <p:spPr>
          <a:xfrm>
            <a:off x="6080760" y="7597304"/>
            <a:ext cx="2801884" cy="1427057"/>
          </a:xfrm>
          <a:prstGeom prst="line">
            <a:avLst/>
          </a:prstGeom>
          <a:noFill/>
          <a:ln w="635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6D454C2-12EF-EE45-E5F6-FCB12FF9C411}"/>
              </a:ext>
            </a:extLst>
          </p:cNvPr>
          <p:cNvSpPr/>
          <p:nvPr/>
        </p:nvSpPr>
        <p:spPr>
          <a:xfrm>
            <a:off x="6080760" y="7597304"/>
            <a:ext cx="0" cy="868680"/>
          </a:xfrm>
          <a:prstGeom prst="line">
            <a:avLst/>
          </a:prstGeom>
          <a:noFill/>
          <a:ln w="635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41F955A-B5A7-74D9-6941-C5405F0BE998}"/>
              </a:ext>
            </a:extLst>
          </p:cNvPr>
          <p:cNvSpPr/>
          <p:nvPr/>
        </p:nvSpPr>
        <p:spPr>
          <a:xfrm>
            <a:off x="9395671" y="8098864"/>
            <a:ext cx="0" cy="925497"/>
          </a:xfrm>
          <a:prstGeom prst="line">
            <a:avLst/>
          </a:prstGeom>
          <a:noFill/>
          <a:ln w="635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758FF2F-FA23-0035-B839-7A2F733BBF68}"/>
              </a:ext>
            </a:extLst>
          </p:cNvPr>
          <p:cNvSpPr/>
          <p:nvPr/>
        </p:nvSpPr>
        <p:spPr>
          <a:xfrm>
            <a:off x="9395671" y="8098864"/>
            <a:ext cx="0" cy="925497"/>
          </a:xfrm>
          <a:prstGeom prst="line">
            <a:avLst/>
          </a:prstGeom>
          <a:noFill/>
          <a:ln w="635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15483C3-A99B-3958-48BC-96A6C5E15F61}"/>
              </a:ext>
            </a:extLst>
          </p:cNvPr>
          <p:cNvSpPr/>
          <p:nvPr/>
        </p:nvSpPr>
        <p:spPr>
          <a:xfrm>
            <a:off x="9395671" y="8098864"/>
            <a:ext cx="0" cy="0"/>
          </a:xfrm>
          <a:prstGeom prst="line">
            <a:avLst/>
          </a:prstGeom>
          <a:noFill/>
          <a:ln w="635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D17E1E3-929D-2359-8DD3-748FA28F4ADA}"/>
              </a:ext>
            </a:extLst>
          </p:cNvPr>
          <p:cNvSpPr/>
          <p:nvPr/>
        </p:nvSpPr>
        <p:spPr>
          <a:xfrm>
            <a:off x="8882644" y="9024361"/>
            <a:ext cx="0" cy="0"/>
          </a:xfrm>
          <a:prstGeom prst="line">
            <a:avLst/>
          </a:prstGeom>
          <a:noFill/>
          <a:ln w="635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83A2A92-00E5-9FB6-0DA1-5C17FC2AA4B7}"/>
              </a:ext>
            </a:extLst>
          </p:cNvPr>
          <p:cNvSpPr/>
          <p:nvPr/>
        </p:nvSpPr>
        <p:spPr>
          <a:xfrm>
            <a:off x="8882644" y="9024361"/>
            <a:ext cx="0" cy="0"/>
          </a:xfrm>
          <a:prstGeom prst="line">
            <a:avLst/>
          </a:prstGeom>
          <a:noFill/>
          <a:ln w="635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2C0D03D-7FC9-05E3-6D77-02FA30E20E24}"/>
              </a:ext>
            </a:extLst>
          </p:cNvPr>
          <p:cNvSpPr/>
          <p:nvPr/>
        </p:nvSpPr>
        <p:spPr>
          <a:xfrm>
            <a:off x="3278876" y="9024361"/>
            <a:ext cx="0" cy="0"/>
          </a:xfrm>
          <a:prstGeom prst="line">
            <a:avLst/>
          </a:prstGeom>
          <a:noFill/>
          <a:ln w="635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81B22C61-7141-6922-66C4-F0CAFAD15A95}"/>
              </a:ext>
            </a:extLst>
          </p:cNvPr>
          <p:cNvSpPr/>
          <p:nvPr/>
        </p:nvSpPr>
        <p:spPr>
          <a:xfrm>
            <a:off x="6080760" y="8465984"/>
            <a:ext cx="0" cy="0"/>
          </a:xfrm>
          <a:prstGeom prst="line">
            <a:avLst/>
          </a:prstGeom>
          <a:noFill/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039E3E7-416C-BC66-3A8C-28D983D08796}"/>
              </a:ext>
            </a:extLst>
          </p:cNvPr>
          <p:cNvSpPr/>
          <p:nvPr/>
        </p:nvSpPr>
        <p:spPr>
          <a:xfrm>
            <a:off x="6080760" y="8465984"/>
            <a:ext cx="3314911" cy="0"/>
          </a:xfrm>
          <a:prstGeom prst="line">
            <a:avLst/>
          </a:prstGeom>
          <a:noFill/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935E770-75CE-8819-9A12-AC99BA5F923E}"/>
              </a:ext>
            </a:extLst>
          </p:cNvPr>
          <p:cNvSpPr/>
          <p:nvPr/>
        </p:nvSpPr>
        <p:spPr>
          <a:xfrm>
            <a:off x="6080760" y="8465984"/>
            <a:ext cx="2801884" cy="558377"/>
          </a:xfrm>
          <a:prstGeom prst="line">
            <a:avLst/>
          </a:prstGeom>
          <a:noFill/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2B178AA-A7C1-9A1D-8330-0E530E9B7364}"/>
              </a:ext>
            </a:extLst>
          </p:cNvPr>
          <p:cNvSpPr/>
          <p:nvPr/>
        </p:nvSpPr>
        <p:spPr>
          <a:xfrm>
            <a:off x="6080760" y="8465984"/>
            <a:ext cx="0" cy="0"/>
          </a:xfrm>
          <a:prstGeom prst="line">
            <a:avLst/>
          </a:prstGeom>
          <a:noFill/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225126F-0553-247E-8FAC-51C579A38866}"/>
              </a:ext>
            </a:extLst>
          </p:cNvPr>
          <p:cNvSpPr/>
          <p:nvPr/>
        </p:nvSpPr>
        <p:spPr>
          <a:xfrm>
            <a:off x="5029200" y="8155088"/>
            <a:ext cx="2103120" cy="621792"/>
          </a:xfrm>
          <a:prstGeom prst="ellipse">
            <a:avLst/>
          </a:prstGeom>
          <a:solidFill>
            <a:srgbClr val="C8FF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1AF3EAF-A141-D6E5-DD68-BDB54D61C7F7}"/>
              </a:ext>
            </a:extLst>
          </p:cNvPr>
          <p:cNvSpPr/>
          <p:nvPr/>
        </p:nvSpPr>
        <p:spPr>
          <a:xfrm>
            <a:off x="5029200" y="8155088"/>
            <a:ext cx="210312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Intelligence</a:t>
            </a:r>
            <a:endParaRPr lang="en-US" sz="11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8C2F4F9C-2BA6-17D0-99B7-9A2EC45134ED}"/>
              </a:ext>
            </a:extLst>
          </p:cNvPr>
          <p:cNvSpPr/>
          <p:nvPr/>
        </p:nvSpPr>
        <p:spPr>
          <a:xfrm>
            <a:off x="5257800" y="7359560"/>
            <a:ext cx="1645920" cy="475488"/>
          </a:xfrm>
          <a:prstGeom prst="roundRect">
            <a:avLst>
              <a:gd name="adj" fmla="val 13462"/>
            </a:avLst>
          </a:prstGeom>
          <a:solidFill>
            <a:srgbClr val="121216"/>
          </a:solidFill>
          <a:ln w="10795">
            <a:noFill/>
            <a:prstDash val="solid"/>
          </a:ln>
          <a:effectLst>
            <a:outerShdw blurRad="114300" dist="38100" dir="5400000" algn="bl" rotWithShape="0">
              <a:srgbClr val="3A372C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FB63DDA-BA4B-FE5E-9BAB-D492450A58FB}"/>
              </a:ext>
            </a:extLst>
          </p:cNvPr>
          <p:cNvSpPr/>
          <p:nvPr/>
        </p:nvSpPr>
        <p:spPr>
          <a:xfrm>
            <a:off x="5257800" y="7359560"/>
            <a:ext cx="1645920" cy="475488"/>
          </a:xfrm>
          <a:prstGeom prst="rect">
            <a:avLst/>
          </a:prstGeom>
          <a:noFill/>
          <a:ln>
            <a:solidFill>
              <a:srgbClr val="C8FF1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8C3133C-7F28-96E9-11EA-EDBCFCD5E5FC}"/>
              </a:ext>
            </a:extLst>
          </p:cNvPr>
          <p:cNvSpPr/>
          <p:nvPr/>
        </p:nvSpPr>
        <p:spPr>
          <a:xfrm>
            <a:off x="8572711" y="7861120"/>
            <a:ext cx="1645920" cy="475488"/>
          </a:xfrm>
          <a:prstGeom prst="roundRect">
            <a:avLst>
              <a:gd name="adj" fmla="val 13462"/>
            </a:avLst>
          </a:prstGeom>
          <a:solidFill>
            <a:srgbClr val="121216"/>
          </a:solidFill>
          <a:ln w="10795">
            <a:solidFill>
              <a:srgbClr val="C8FF1F"/>
            </a:solidFill>
            <a:prstDash val="solid"/>
          </a:ln>
          <a:effectLst>
            <a:outerShdw blurRad="114300" dist="38100" dir="5400000" algn="bl" rotWithShape="0">
              <a:srgbClr val="3A372C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6540C4A7-DC1D-F760-6C41-4C0BB93E2AE6}"/>
              </a:ext>
            </a:extLst>
          </p:cNvPr>
          <p:cNvSpPr/>
          <p:nvPr/>
        </p:nvSpPr>
        <p:spPr>
          <a:xfrm>
            <a:off x="8572711" y="7861120"/>
            <a:ext cx="16459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9CF34615-D0C0-C212-276E-5B813929F5B0}"/>
              </a:ext>
            </a:extLst>
          </p:cNvPr>
          <p:cNvSpPr/>
          <p:nvPr/>
        </p:nvSpPr>
        <p:spPr>
          <a:xfrm>
            <a:off x="8059684" y="8786617"/>
            <a:ext cx="1645920" cy="475488"/>
          </a:xfrm>
          <a:prstGeom prst="roundRect">
            <a:avLst>
              <a:gd name="adj" fmla="val 13462"/>
            </a:avLst>
          </a:prstGeom>
          <a:solidFill>
            <a:srgbClr val="121216"/>
          </a:solidFill>
          <a:ln w="10795">
            <a:noFill/>
            <a:prstDash val="solid"/>
          </a:ln>
          <a:effectLst>
            <a:outerShdw blurRad="114300" dist="38100" dir="5400000" algn="bl" rotWithShape="0">
              <a:srgbClr val="3A372C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46E37E8F-9650-18F7-8F9D-5A820EB5B11D}"/>
              </a:ext>
            </a:extLst>
          </p:cNvPr>
          <p:cNvSpPr/>
          <p:nvPr/>
        </p:nvSpPr>
        <p:spPr>
          <a:xfrm>
            <a:off x="8059684" y="8786617"/>
            <a:ext cx="1645920" cy="475488"/>
          </a:xfrm>
          <a:prstGeom prst="rect">
            <a:avLst/>
          </a:prstGeom>
          <a:noFill/>
          <a:ln>
            <a:solidFill>
              <a:srgbClr val="C8FF1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1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0E383FF-D1A9-7045-12CC-8EED1AC7D3DB}"/>
              </a:ext>
            </a:extLst>
          </p:cNvPr>
          <p:cNvSpPr/>
          <p:nvPr/>
        </p:nvSpPr>
        <p:spPr>
          <a:xfrm>
            <a:off x="2455916" y="8786617"/>
            <a:ext cx="1645920" cy="475488"/>
          </a:xfrm>
          <a:prstGeom prst="roundRect">
            <a:avLst>
              <a:gd name="adj" fmla="val 13462"/>
            </a:avLst>
          </a:prstGeom>
          <a:solidFill>
            <a:srgbClr val="121216"/>
          </a:solidFill>
          <a:ln w="10795">
            <a:solidFill>
              <a:srgbClr val="C8FF1F"/>
            </a:solidFill>
            <a:prstDash val="solid"/>
          </a:ln>
          <a:effectLst>
            <a:outerShdw blurRad="114300" dist="38100" dir="5400000" algn="bl" rotWithShape="0">
              <a:srgbClr val="3A372C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18028AE-F0E1-9367-4CFC-3482F649C4F1}"/>
              </a:ext>
            </a:extLst>
          </p:cNvPr>
          <p:cNvSpPr/>
          <p:nvPr/>
        </p:nvSpPr>
        <p:spPr>
          <a:xfrm>
            <a:off x="2455916" y="8786617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42A51E57-479A-F165-3124-597FE890706A}"/>
              </a:ext>
            </a:extLst>
          </p:cNvPr>
          <p:cNvSpPr/>
          <p:nvPr/>
        </p:nvSpPr>
        <p:spPr>
          <a:xfrm>
            <a:off x="1942889" y="7861120"/>
            <a:ext cx="1645920" cy="475488"/>
          </a:xfrm>
          <a:prstGeom prst="roundRect">
            <a:avLst>
              <a:gd name="adj" fmla="val 13462"/>
            </a:avLst>
          </a:prstGeom>
          <a:solidFill>
            <a:srgbClr val="121216"/>
          </a:solidFill>
          <a:ln w="10795">
            <a:solidFill>
              <a:srgbClr val="C8FF1F"/>
            </a:solidFill>
            <a:prstDash val="solid"/>
          </a:ln>
          <a:effectLst>
            <a:outerShdw blurRad="114300" dist="38100" dir="5400000" algn="bl" rotWithShape="0">
              <a:srgbClr val="3A372C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7B388D4C-A6D0-6C98-77D1-80F6F200B0D0}"/>
              </a:ext>
            </a:extLst>
          </p:cNvPr>
          <p:cNvSpPr/>
          <p:nvPr/>
        </p:nvSpPr>
        <p:spPr>
          <a:xfrm>
            <a:off x="1942889" y="78611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100" dirty="0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58CFD22-09D6-E1C5-0006-EACE4DF2FC0D}"/>
              </a:ext>
            </a:extLst>
          </p:cNvPr>
          <p:cNvGrpSpPr/>
          <p:nvPr/>
        </p:nvGrpSpPr>
        <p:grpSpPr>
          <a:xfrm>
            <a:off x="4119899" y="3803775"/>
            <a:ext cx="7742821" cy="2857750"/>
            <a:chOff x="3656940" y="2667713"/>
            <a:chExt cx="9972187" cy="3680573"/>
          </a:xfrm>
        </p:grpSpPr>
        <p:sp>
          <p:nvSpPr>
            <p:cNvPr id="54" name="Shape 4">
              <a:extLst>
                <a:ext uri="{FF2B5EF4-FFF2-40B4-BE49-F238E27FC236}">
                  <a16:creationId xmlns:a16="http://schemas.microsoft.com/office/drawing/2014/main" id="{2153BE63-1201-3FF6-D74E-518D967518DB}"/>
                </a:ext>
              </a:extLst>
            </p:cNvPr>
            <p:cNvSpPr/>
            <p:nvPr/>
          </p:nvSpPr>
          <p:spPr>
            <a:xfrm>
              <a:off x="8616439" y="3026671"/>
              <a:ext cx="0" cy="2962656"/>
            </a:xfrm>
            <a:prstGeom prst="line">
              <a:avLst/>
            </a:prstGeom>
            <a:noFill/>
            <a:ln w="12700">
              <a:solidFill>
                <a:srgbClr val="C8FF1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9">
              <a:extLst>
                <a:ext uri="{FF2B5EF4-FFF2-40B4-BE49-F238E27FC236}">
                  <a16:creationId xmlns:a16="http://schemas.microsoft.com/office/drawing/2014/main" id="{CABE897E-1555-1AE2-68F0-19F469414A17}"/>
                </a:ext>
              </a:extLst>
            </p:cNvPr>
            <p:cNvSpPr/>
            <p:nvPr/>
          </p:nvSpPr>
          <p:spPr>
            <a:xfrm flipV="1">
              <a:off x="5765622" y="3767335"/>
              <a:ext cx="5701634" cy="1481328"/>
            </a:xfrm>
            <a:prstGeom prst="line">
              <a:avLst/>
            </a:prstGeom>
            <a:noFill/>
            <a:ln w="3175">
              <a:solidFill>
                <a:srgbClr val="C8FF1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13">
              <a:extLst>
                <a:ext uri="{FF2B5EF4-FFF2-40B4-BE49-F238E27FC236}">
                  <a16:creationId xmlns:a16="http://schemas.microsoft.com/office/drawing/2014/main" id="{0C905304-2F2E-9859-84BB-9181A1CC4A45}"/>
                </a:ext>
              </a:extLst>
            </p:cNvPr>
            <p:cNvSpPr/>
            <p:nvPr/>
          </p:nvSpPr>
          <p:spPr>
            <a:xfrm>
              <a:off x="5765622" y="3767335"/>
              <a:ext cx="5701634" cy="1481328"/>
            </a:xfrm>
            <a:prstGeom prst="line">
              <a:avLst/>
            </a:prstGeom>
            <a:noFill/>
            <a:ln w="3175">
              <a:solidFill>
                <a:srgbClr val="C8FF1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955ADF04-E260-5DA9-FA30-E1AABCB19302}"/>
                </a:ext>
              </a:extLst>
            </p:cNvPr>
            <p:cNvGrpSpPr/>
            <p:nvPr/>
          </p:nvGrpSpPr>
          <p:grpSpPr>
            <a:xfrm>
              <a:off x="8257481" y="2667713"/>
              <a:ext cx="717917" cy="717917"/>
              <a:chOff x="5855361" y="2858681"/>
              <a:chExt cx="868680" cy="868680"/>
            </a:xfrm>
          </p:grpSpPr>
          <p:sp>
            <p:nvSpPr>
              <p:cNvPr id="69" name="Shape 18">
                <a:extLst>
                  <a:ext uri="{FF2B5EF4-FFF2-40B4-BE49-F238E27FC236}">
                    <a16:creationId xmlns:a16="http://schemas.microsoft.com/office/drawing/2014/main" id="{A8248514-F9D8-E251-A554-161A72249EBE}"/>
                  </a:ext>
                </a:extLst>
              </p:cNvPr>
              <p:cNvSpPr/>
              <p:nvPr/>
            </p:nvSpPr>
            <p:spPr>
              <a:xfrm>
                <a:off x="5855361" y="2858681"/>
                <a:ext cx="868680" cy="868680"/>
              </a:xfrm>
              <a:prstGeom prst="ellipse">
                <a:avLst/>
              </a:prstGeom>
              <a:solidFill>
                <a:srgbClr val="15171E"/>
              </a:solidFill>
              <a:ln w="15875">
                <a:solidFill>
                  <a:srgbClr val="C8FF1F"/>
                </a:solidFill>
                <a:prstDash val="solid"/>
              </a:ln>
              <a:effectLst>
                <a:outerShdw blurRad="177800" dist="63500" dir="5400000" algn="bl" rotWithShape="0">
                  <a:srgbClr val="000000">
                    <a:alpha val="45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70" name="Image 1" descr="/tmp/di2/assets/ic_planning_cy.png">
                <a:extLst>
                  <a:ext uri="{FF2B5EF4-FFF2-40B4-BE49-F238E27FC236}">
                    <a16:creationId xmlns:a16="http://schemas.microsoft.com/office/drawing/2014/main" id="{D0064B27-9589-0D02-5B60-A8CC7E864F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prstClr val="black"/>
                  <a:srgbClr val="C8FF1F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6089905" y="3093225"/>
                <a:ext cx="399593" cy="399593"/>
              </a:xfrm>
              <a:prstGeom prst="rect">
                <a:avLst/>
              </a:prstGeom>
            </p:spPr>
          </p:pic>
        </p:grpSp>
        <p:sp>
          <p:nvSpPr>
            <p:cNvPr id="71" name="Text 19">
              <a:extLst>
                <a:ext uri="{FF2B5EF4-FFF2-40B4-BE49-F238E27FC236}">
                  <a16:creationId xmlns:a16="http://schemas.microsoft.com/office/drawing/2014/main" id="{55776594-B036-E45A-477D-72EF26ECE4EB}"/>
                </a:ext>
              </a:extLst>
            </p:cNvPr>
            <p:cNvSpPr/>
            <p:nvPr/>
          </p:nvSpPr>
          <p:spPr>
            <a:xfrm>
              <a:off x="8612786" y="2865281"/>
              <a:ext cx="2011680" cy="2743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Planning</a:t>
              </a:r>
              <a:endParaRPr lang="en-US" sz="1600" dirty="0"/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312DC8D2-158D-077C-4593-38F51BB8692D}"/>
                </a:ext>
              </a:extLst>
            </p:cNvPr>
            <p:cNvGrpSpPr/>
            <p:nvPr/>
          </p:nvGrpSpPr>
          <p:grpSpPr>
            <a:xfrm>
              <a:off x="11108298" y="3408377"/>
              <a:ext cx="717917" cy="717917"/>
              <a:chOff x="8706178" y="3599345"/>
              <a:chExt cx="868680" cy="868680"/>
            </a:xfrm>
          </p:grpSpPr>
          <p:sp>
            <p:nvSpPr>
              <p:cNvPr id="72" name="Shape 20">
                <a:extLst>
                  <a:ext uri="{FF2B5EF4-FFF2-40B4-BE49-F238E27FC236}">
                    <a16:creationId xmlns:a16="http://schemas.microsoft.com/office/drawing/2014/main" id="{702864CD-6B02-C2CA-AECD-259C2F4379D9}"/>
                  </a:ext>
                </a:extLst>
              </p:cNvPr>
              <p:cNvSpPr/>
              <p:nvPr/>
            </p:nvSpPr>
            <p:spPr>
              <a:xfrm>
                <a:off x="8706178" y="3599345"/>
                <a:ext cx="868680" cy="868680"/>
              </a:xfrm>
              <a:prstGeom prst="ellipse">
                <a:avLst/>
              </a:prstGeom>
              <a:solidFill>
                <a:srgbClr val="15171E"/>
              </a:solidFill>
              <a:ln w="15875">
                <a:solidFill>
                  <a:srgbClr val="C8FF1F"/>
                </a:solidFill>
                <a:prstDash val="solid"/>
              </a:ln>
              <a:effectLst>
                <a:outerShdw blurRad="177800" dist="63500" dir="5400000" algn="bl" rotWithShape="0">
                  <a:srgbClr val="000000">
                    <a:alpha val="45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73" name="Image 2" descr="/tmp/di2/assets/ic_design_cy.png">
                <a:extLst>
                  <a:ext uri="{FF2B5EF4-FFF2-40B4-BE49-F238E27FC236}">
                    <a16:creationId xmlns:a16="http://schemas.microsoft.com/office/drawing/2014/main" id="{3E979AE9-27E4-7E5F-35D9-3108FD5946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prstClr val="black"/>
                  <a:srgbClr val="C8FF1F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8940722" y="3833889"/>
                <a:ext cx="399593" cy="399593"/>
              </a:xfrm>
              <a:prstGeom prst="rect">
                <a:avLst/>
              </a:prstGeom>
            </p:spPr>
          </p:pic>
        </p:grpSp>
        <p:sp>
          <p:nvSpPr>
            <p:cNvPr id="74" name="Text 21">
              <a:extLst>
                <a:ext uri="{FF2B5EF4-FFF2-40B4-BE49-F238E27FC236}">
                  <a16:creationId xmlns:a16="http://schemas.microsoft.com/office/drawing/2014/main" id="{A81A0AFB-6455-C353-E2D9-BD322B5EA5FF}"/>
                </a:ext>
              </a:extLst>
            </p:cNvPr>
            <p:cNvSpPr/>
            <p:nvPr/>
          </p:nvSpPr>
          <p:spPr>
            <a:xfrm>
              <a:off x="11302136" y="3562637"/>
              <a:ext cx="2011680" cy="2743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Design</a:t>
              </a:r>
              <a:endParaRPr lang="en-US" sz="1600" dirty="0"/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7837CDA8-F10B-B77F-B512-4F968F3B858B}"/>
                </a:ext>
              </a:extLst>
            </p:cNvPr>
            <p:cNvGrpSpPr/>
            <p:nvPr/>
          </p:nvGrpSpPr>
          <p:grpSpPr>
            <a:xfrm>
              <a:off x="11108298" y="4889705"/>
              <a:ext cx="717917" cy="717917"/>
              <a:chOff x="8706178" y="5080673"/>
              <a:chExt cx="868680" cy="868680"/>
            </a:xfrm>
          </p:grpSpPr>
          <p:sp>
            <p:nvSpPr>
              <p:cNvPr id="75" name="Shape 22">
                <a:extLst>
                  <a:ext uri="{FF2B5EF4-FFF2-40B4-BE49-F238E27FC236}">
                    <a16:creationId xmlns:a16="http://schemas.microsoft.com/office/drawing/2014/main" id="{92567334-5E26-BE8E-7B19-6F4A89B12510}"/>
                  </a:ext>
                </a:extLst>
              </p:cNvPr>
              <p:cNvSpPr/>
              <p:nvPr/>
            </p:nvSpPr>
            <p:spPr>
              <a:xfrm>
                <a:off x="8706178" y="5080673"/>
                <a:ext cx="868680" cy="868680"/>
              </a:xfrm>
              <a:prstGeom prst="ellipse">
                <a:avLst/>
              </a:prstGeom>
              <a:solidFill>
                <a:srgbClr val="15171E"/>
              </a:solidFill>
              <a:ln w="15875">
                <a:solidFill>
                  <a:srgbClr val="C8FF1F"/>
                </a:solidFill>
                <a:prstDash val="solid"/>
              </a:ln>
              <a:effectLst>
                <a:outerShdw blurRad="177800" dist="63500" dir="5400000" algn="bl" rotWithShape="0">
                  <a:srgbClr val="000000">
                    <a:alpha val="45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76" name="Image 3" descr="/tmp/di2/assets/ic_engineering_cy.png">
                <a:extLst>
                  <a:ext uri="{FF2B5EF4-FFF2-40B4-BE49-F238E27FC236}">
                    <a16:creationId xmlns:a16="http://schemas.microsoft.com/office/drawing/2014/main" id="{43692CCE-0528-5AAF-32E7-CDC350C1BD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prstClr val="black"/>
                  <a:srgbClr val="C8FF1F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8847996" y="5222491"/>
                <a:ext cx="585044" cy="585044"/>
              </a:xfrm>
              <a:prstGeom prst="rect">
                <a:avLst/>
              </a:prstGeom>
            </p:spPr>
          </p:pic>
        </p:grpSp>
        <p:sp>
          <p:nvSpPr>
            <p:cNvPr id="77" name="Text 23">
              <a:extLst>
                <a:ext uri="{FF2B5EF4-FFF2-40B4-BE49-F238E27FC236}">
                  <a16:creationId xmlns:a16="http://schemas.microsoft.com/office/drawing/2014/main" id="{C26359F2-EDB9-58BA-30A4-6B016A144C02}"/>
                </a:ext>
              </a:extLst>
            </p:cNvPr>
            <p:cNvSpPr/>
            <p:nvPr/>
          </p:nvSpPr>
          <p:spPr>
            <a:xfrm>
              <a:off x="11617447" y="5043964"/>
              <a:ext cx="2011680" cy="2743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Engineering</a:t>
              </a:r>
              <a:endParaRPr lang="en-US" sz="1600" dirty="0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EB2C28C8-5A92-81C0-F5BB-713EF9909BE7}"/>
                </a:ext>
              </a:extLst>
            </p:cNvPr>
            <p:cNvGrpSpPr/>
            <p:nvPr/>
          </p:nvGrpSpPr>
          <p:grpSpPr>
            <a:xfrm>
              <a:off x="8257481" y="5630369"/>
              <a:ext cx="717917" cy="717917"/>
              <a:chOff x="5855361" y="5821337"/>
              <a:chExt cx="868680" cy="868680"/>
            </a:xfrm>
          </p:grpSpPr>
          <p:sp>
            <p:nvSpPr>
              <p:cNvPr id="78" name="Shape 24">
                <a:extLst>
                  <a:ext uri="{FF2B5EF4-FFF2-40B4-BE49-F238E27FC236}">
                    <a16:creationId xmlns:a16="http://schemas.microsoft.com/office/drawing/2014/main" id="{6B5D827F-39CF-8CD2-CE7F-F489A792500B}"/>
                  </a:ext>
                </a:extLst>
              </p:cNvPr>
              <p:cNvSpPr/>
              <p:nvPr/>
            </p:nvSpPr>
            <p:spPr>
              <a:xfrm>
                <a:off x="5855361" y="5821337"/>
                <a:ext cx="868680" cy="868680"/>
              </a:xfrm>
              <a:prstGeom prst="ellipse">
                <a:avLst/>
              </a:prstGeom>
              <a:solidFill>
                <a:srgbClr val="15171E"/>
              </a:solidFill>
              <a:ln w="15875">
                <a:solidFill>
                  <a:srgbClr val="C8FF1F"/>
                </a:solidFill>
                <a:prstDash val="solid"/>
              </a:ln>
              <a:effectLst>
                <a:outerShdw blurRad="177800" dist="63500" dir="5400000" algn="bl" rotWithShape="0">
                  <a:srgbClr val="000000">
                    <a:alpha val="45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79" name="Image 4" descr="/tmp/di2/assets/ic_manufacturing_cy.png">
                <a:extLst>
                  <a:ext uri="{FF2B5EF4-FFF2-40B4-BE49-F238E27FC236}">
                    <a16:creationId xmlns:a16="http://schemas.microsoft.com/office/drawing/2014/main" id="{7C8B9DB2-6714-9251-809B-C618F32196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prstClr val="black"/>
                  <a:srgbClr val="C8FF1F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6089905" y="6055881"/>
                <a:ext cx="399593" cy="399593"/>
              </a:xfrm>
              <a:prstGeom prst="rect">
                <a:avLst/>
              </a:prstGeom>
            </p:spPr>
          </p:pic>
        </p:grpSp>
        <p:sp>
          <p:nvSpPr>
            <p:cNvPr id="80" name="Text 25">
              <a:extLst>
                <a:ext uri="{FF2B5EF4-FFF2-40B4-BE49-F238E27FC236}">
                  <a16:creationId xmlns:a16="http://schemas.microsoft.com/office/drawing/2014/main" id="{0C93FB4F-9F0C-F98D-F784-2B400F94CCB4}"/>
                </a:ext>
              </a:extLst>
            </p:cNvPr>
            <p:cNvSpPr/>
            <p:nvPr/>
          </p:nvSpPr>
          <p:spPr>
            <a:xfrm>
              <a:off x="8975398" y="5899057"/>
              <a:ext cx="2011680" cy="2743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Manufacturing</a:t>
              </a:r>
              <a:endParaRPr lang="en-US" sz="1600" dirty="0"/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03977CFA-3808-D6F4-5CA6-A0C4F5F6CB03}"/>
                </a:ext>
              </a:extLst>
            </p:cNvPr>
            <p:cNvGrpSpPr/>
            <p:nvPr/>
          </p:nvGrpSpPr>
          <p:grpSpPr>
            <a:xfrm>
              <a:off x="5406664" y="4889705"/>
              <a:ext cx="717917" cy="717917"/>
              <a:chOff x="3004544" y="5080673"/>
              <a:chExt cx="868680" cy="868680"/>
            </a:xfrm>
          </p:grpSpPr>
          <p:sp>
            <p:nvSpPr>
              <p:cNvPr id="81" name="Shape 26">
                <a:extLst>
                  <a:ext uri="{FF2B5EF4-FFF2-40B4-BE49-F238E27FC236}">
                    <a16:creationId xmlns:a16="http://schemas.microsoft.com/office/drawing/2014/main" id="{FE4E7A00-ACDC-9E66-C4CA-0021F989C3A6}"/>
                  </a:ext>
                </a:extLst>
              </p:cNvPr>
              <p:cNvSpPr/>
              <p:nvPr/>
            </p:nvSpPr>
            <p:spPr>
              <a:xfrm>
                <a:off x="3004544" y="5080673"/>
                <a:ext cx="868680" cy="868680"/>
              </a:xfrm>
              <a:prstGeom prst="ellipse">
                <a:avLst/>
              </a:prstGeom>
              <a:solidFill>
                <a:srgbClr val="15171E"/>
              </a:solidFill>
              <a:ln w="15875">
                <a:solidFill>
                  <a:srgbClr val="C8FF1F"/>
                </a:solidFill>
                <a:prstDash val="solid"/>
              </a:ln>
              <a:effectLst>
                <a:outerShdw blurRad="177800" dist="63500" dir="5400000" algn="bl" rotWithShape="0">
                  <a:srgbClr val="000000">
                    <a:alpha val="45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82" name="Image 5" descr="/tmp/di2/assets/ic_marketing_cy.png">
                <a:extLst>
                  <a:ext uri="{FF2B5EF4-FFF2-40B4-BE49-F238E27FC236}">
                    <a16:creationId xmlns:a16="http://schemas.microsoft.com/office/drawing/2014/main" id="{375B86C1-5D06-0BA9-9C18-BE0249A710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rgbClr val="C8FF1F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3239088" y="5315217"/>
                <a:ext cx="399593" cy="399593"/>
              </a:xfrm>
              <a:prstGeom prst="rect">
                <a:avLst/>
              </a:prstGeom>
            </p:spPr>
          </p:pic>
        </p:grpSp>
        <p:sp>
          <p:nvSpPr>
            <p:cNvPr id="83" name="Text 27">
              <a:extLst>
                <a:ext uri="{FF2B5EF4-FFF2-40B4-BE49-F238E27FC236}">
                  <a16:creationId xmlns:a16="http://schemas.microsoft.com/office/drawing/2014/main" id="{CC2445DD-D20B-C3F8-DAE6-51A5DE614E4E}"/>
                </a:ext>
              </a:extLst>
            </p:cNvPr>
            <p:cNvSpPr/>
            <p:nvPr/>
          </p:nvSpPr>
          <p:spPr>
            <a:xfrm>
              <a:off x="3656940" y="5043964"/>
              <a:ext cx="2011680" cy="2743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Marketing</a:t>
              </a:r>
              <a:endParaRPr lang="en-US" sz="1600" dirty="0"/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4D482A37-B1CE-F97E-8CF4-E9458278CE6D}"/>
                </a:ext>
              </a:extLst>
            </p:cNvPr>
            <p:cNvGrpSpPr/>
            <p:nvPr/>
          </p:nvGrpSpPr>
          <p:grpSpPr>
            <a:xfrm>
              <a:off x="5406664" y="3408377"/>
              <a:ext cx="717917" cy="717917"/>
              <a:chOff x="3004544" y="3599345"/>
              <a:chExt cx="868680" cy="868680"/>
            </a:xfrm>
          </p:grpSpPr>
          <p:sp>
            <p:nvSpPr>
              <p:cNvPr id="84" name="Shape 28">
                <a:extLst>
                  <a:ext uri="{FF2B5EF4-FFF2-40B4-BE49-F238E27FC236}">
                    <a16:creationId xmlns:a16="http://schemas.microsoft.com/office/drawing/2014/main" id="{66B87C9F-C469-3F74-9CF1-EDDE051C3672}"/>
                  </a:ext>
                </a:extLst>
              </p:cNvPr>
              <p:cNvSpPr/>
              <p:nvPr/>
            </p:nvSpPr>
            <p:spPr>
              <a:xfrm>
                <a:off x="3004544" y="3599345"/>
                <a:ext cx="868680" cy="868680"/>
              </a:xfrm>
              <a:prstGeom prst="ellipse">
                <a:avLst/>
              </a:prstGeom>
              <a:solidFill>
                <a:srgbClr val="15171E"/>
              </a:solidFill>
              <a:ln w="15875">
                <a:solidFill>
                  <a:srgbClr val="C8FF1F"/>
                </a:solidFill>
                <a:prstDash val="solid"/>
              </a:ln>
              <a:effectLst>
                <a:outerShdw blurRad="177800" dist="63500" dir="5400000" algn="bl" rotWithShape="0">
                  <a:srgbClr val="000000">
                    <a:alpha val="45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85" name="Image 6" descr="/tmp/di2/assets/ic_operations_cy.png">
                <a:extLst>
                  <a:ext uri="{FF2B5EF4-FFF2-40B4-BE49-F238E27FC236}">
                    <a16:creationId xmlns:a16="http://schemas.microsoft.com/office/drawing/2014/main" id="{F981148B-F526-9FF4-5FE7-80051DF863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rgbClr val="C8FF1F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3239088" y="3833889"/>
                <a:ext cx="399593" cy="399593"/>
              </a:xfrm>
              <a:prstGeom prst="rect">
                <a:avLst/>
              </a:prstGeom>
            </p:spPr>
          </p:pic>
        </p:grpSp>
        <p:sp>
          <p:nvSpPr>
            <p:cNvPr id="86" name="Text 29">
              <a:extLst>
                <a:ext uri="{FF2B5EF4-FFF2-40B4-BE49-F238E27FC236}">
                  <a16:creationId xmlns:a16="http://schemas.microsoft.com/office/drawing/2014/main" id="{2A794D77-7EFC-735D-C41B-98DC039B52EA}"/>
                </a:ext>
              </a:extLst>
            </p:cNvPr>
            <p:cNvSpPr/>
            <p:nvPr/>
          </p:nvSpPr>
          <p:spPr>
            <a:xfrm>
              <a:off x="3656940" y="3562637"/>
              <a:ext cx="2011680" cy="2743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Operations</a:t>
              </a:r>
              <a:endParaRPr lang="en-US" sz="1600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0DD5774-0780-CBE4-226E-A7BEAB04055D}"/>
                </a:ext>
              </a:extLst>
            </p:cNvPr>
            <p:cNvGrpSpPr/>
            <p:nvPr/>
          </p:nvGrpSpPr>
          <p:grpSpPr>
            <a:xfrm>
              <a:off x="8048140" y="3939700"/>
              <a:ext cx="1136598" cy="1136598"/>
              <a:chOff x="5721402" y="4206050"/>
              <a:chExt cx="1136598" cy="1136598"/>
            </a:xfrm>
          </p:grpSpPr>
          <p:sp>
            <p:nvSpPr>
              <p:cNvPr id="67" name="Shape 17">
                <a:extLst>
                  <a:ext uri="{FF2B5EF4-FFF2-40B4-BE49-F238E27FC236}">
                    <a16:creationId xmlns:a16="http://schemas.microsoft.com/office/drawing/2014/main" id="{D98780B4-DF26-68CF-6698-04A434CCF67D}"/>
                  </a:ext>
                </a:extLst>
              </p:cNvPr>
              <p:cNvSpPr/>
              <p:nvPr/>
            </p:nvSpPr>
            <p:spPr>
              <a:xfrm>
                <a:off x="5721402" y="4206050"/>
                <a:ext cx="1136598" cy="1136598"/>
              </a:xfrm>
              <a:prstGeom prst="ellipse">
                <a:avLst/>
              </a:prstGeom>
              <a:solidFill>
                <a:srgbClr val="354600"/>
              </a:solidFill>
              <a:ln w="12700">
                <a:solidFill>
                  <a:srgbClr val="C8FF1F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pic>
            <p:nvPicPr>
              <p:cNvPr id="68" name="Image 0" descr="/tmp/di2/assets/ic_network_cy.png">
                <a:extLst>
                  <a:ext uri="{FF2B5EF4-FFF2-40B4-BE49-F238E27FC236}">
                    <a16:creationId xmlns:a16="http://schemas.microsoft.com/office/drawing/2014/main" id="{61CA50B1-6BEE-5787-AD89-3C3FFFCA26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duotone>
                  <a:prstClr val="black"/>
                  <a:srgbClr val="C8FF1F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5997187" y="4500981"/>
                <a:ext cx="585025" cy="585025"/>
              </a:xfrm>
              <a:prstGeom prst="rect">
                <a:avLst/>
              </a:prstGeom>
            </p:spPr>
          </p:pic>
        </p:grpSp>
        <p:sp>
          <p:nvSpPr>
            <p:cNvPr id="89" name="Text 25">
              <a:extLst>
                <a:ext uri="{FF2B5EF4-FFF2-40B4-BE49-F238E27FC236}">
                  <a16:creationId xmlns:a16="http://schemas.microsoft.com/office/drawing/2014/main" id="{5E3EEA3C-34DC-8B2E-16B7-1B85C333542A}"/>
                </a:ext>
              </a:extLst>
            </p:cNvPr>
            <p:cNvSpPr/>
            <p:nvPr/>
          </p:nvSpPr>
          <p:spPr>
            <a:xfrm>
              <a:off x="7325488" y="5039817"/>
              <a:ext cx="2581902" cy="3520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Design Intelligence</a:t>
              </a:r>
              <a:endParaRPr lang="en-US" sz="1600" dirty="0"/>
            </a:p>
          </p:txBody>
        </p:sp>
      </p:grpSp>
      <p:sp>
        <p:nvSpPr>
          <p:cNvPr id="97" name="Shape 2">
            <a:extLst>
              <a:ext uri="{FF2B5EF4-FFF2-40B4-BE49-F238E27FC236}">
                <a16:creationId xmlns:a16="http://schemas.microsoft.com/office/drawing/2014/main" id="{2E6845DF-94C7-3E80-C122-EC9F90FD4843}"/>
              </a:ext>
            </a:extLst>
          </p:cNvPr>
          <p:cNvSpPr/>
          <p:nvPr/>
        </p:nvSpPr>
        <p:spPr>
          <a:xfrm>
            <a:off x="417424" y="1794923"/>
            <a:ext cx="1463040" cy="955964"/>
          </a:xfrm>
          <a:prstGeom prst="rect">
            <a:avLst/>
          </a:prstGeom>
          <a:solidFill>
            <a:srgbClr val="13161D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3">
            <a:extLst>
              <a:ext uri="{FF2B5EF4-FFF2-40B4-BE49-F238E27FC236}">
                <a16:creationId xmlns:a16="http://schemas.microsoft.com/office/drawing/2014/main" id="{A4DE8C8F-2548-323D-EBBB-7419A0E8D44D}"/>
              </a:ext>
            </a:extLst>
          </p:cNvPr>
          <p:cNvSpPr/>
          <p:nvPr/>
        </p:nvSpPr>
        <p:spPr>
          <a:xfrm>
            <a:off x="902056" y="1893429"/>
            <a:ext cx="493776" cy="493776"/>
          </a:xfrm>
          <a:prstGeom prst="ellipse">
            <a:avLst/>
          </a:prstGeom>
          <a:solidFill>
            <a:srgbClr val="1C202B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9" name="Image 0" descr="/tmp/di2/assets/ic_planning_cy.png">
            <a:extLst>
              <a:ext uri="{FF2B5EF4-FFF2-40B4-BE49-F238E27FC236}">
                <a16:creationId xmlns:a16="http://schemas.microsoft.com/office/drawing/2014/main" id="{E5FAC751-B86E-A958-AC21-2079D0EEC29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91B916"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1011784" y="2003157"/>
            <a:ext cx="274320" cy="274320"/>
          </a:xfrm>
          <a:prstGeom prst="rect">
            <a:avLst/>
          </a:prstGeom>
        </p:spPr>
      </p:pic>
      <p:sp>
        <p:nvSpPr>
          <p:cNvPr id="100" name="Text 4">
            <a:extLst>
              <a:ext uri="{FF2B5EF4-FFF2-40B4-BE49-F238E27FC236}">
                <a16:creationId xmlns:a16="http://schemas.microsoft.com/office/drawing/2014/main" id="{8EBE6D77-C574-4F99-04A5-F961C22A3779}"/>
              </a:ext>
            </a:extLst>
          </p:cNvPr>
          <p:cNvSpPr/>
          <p:nvPr/>
        </p:nvSpPr>
        <p:spPr>
          <a:xfrm>
            <a:off x="371704" y="240549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Planning</a:t>
            </a:r>
            <a:endParaRPr lang="en-US" sz="1150" dirty="0"/>
          </a:p>
        </p:txBody>
      </p:sp>
      <p:pic>
        <p:nvPicPr>
          <p:cNvPr id="101" name="Image 1" descr="/tmp/di2/assets/ic_arrow_cy.png">
            <a:extLst>
              <a:ext uri="{FF2B5EF4-FFF2-40B4-BE49-F238E27FC236}">
                <a16:creationId xmlns:a16="http://schemas.microsoft.com/office/drawing/2014/main" id="{D294D86A-856F-E8D9-87A8-731FB7AD15D0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C8FF1F"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1889608" y="2181465"/>
            <a:ext cx="182880" cy="182880"/>
          </a:xfrm>
          <a:prstGeom prst="rect">
            <a:avLst/>
          </a:prstGeom>
        </p:spPr>
      </p:pic>
      <p:sp>
        <p:nvSpPr>
          <p:cNvPr id="102" name="Shape 5">
            <a:extLst>
              <a:ext uri="{FF2B5EF4-FFF2-40B4-BE49-F238E27FC236}">
                <a16:creationId xmlns:a16="http://schemas.microsoft.com/office/drawing/2014/main" id="{E2181A31-3AF7-2D7E-A9B9-AA70C80ABA3B}"/>
              </a:ext>
            </a:extLst>
          </p:cNvPr>
          <p:cNvSpPr/>
          <p:nvPr/>
        </p:nvSpPr>
        <p:spPr>
          <a:xfrm>
            <a:off x="2081632" y="1794923"/>
            <a:ext cx="1463040" cy="955964"/>
          </a:xfrm>
          <a:prstGeom prst="rect">
            <a:avLst/>
          </a:prstGeom>
          <a:solidFill>
            <a:srgbClr val="13161D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6">
            <a:extLst>
              <a:ext uri="{FF2B5EF4-FFF2-40B4-BE49-F238E27FC236}">
                <a16:creationId xmlns:a16="http://schemas.microsoft.com/office/drawing/2014/main" id="{ED77405F-D6F2-3AA4-F452-49E8FA65ADA1}"/>
              </a:ext>
            </a:extLst>
          </p:cNvPr>
          <p:cNvSpPr/>
          <p:nvPr/>
        </p:nvSpPr>
        <p:spPr>
          <a:xfrm>
            <a:off x="2566264" y="1893429"/>
            <a:ext cx="493776" cy="493776"/>
          </a:xfrm>
          <a:prstGeom prst="ellipse">
            <a:avLst/>
          </a:prstGeom>
          <a:solidFill>
            <a:srgbClr val="1C202B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4" name="Image 2" descr="/tmp/di2/assets/ic_design_cy.png">
            <a:extLst>
              <a:ext uri="{FF2B5EF4-FFF2-40B4-BE49-F238E27FC236}">
                <a16:creationId xmlns:a16="http://schemas.microsoft.com/office/drawing/2014/main" id="{FD956EB2-CD39-8A44-BB02-4D5F6696A73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91B916"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2675992" y="2003157"/>
            <a:ext cx="274320" cy="274320"/>
          </a:xfrm>
          <a:prstGeom prst="rect">
            <a:avLst/>
          </a:prstGeom>
        </p:spPr>
      </p:pic>
      <p:sp>
        <p:nvSpPr>
          <p:cNvPr id="105" name="Text 7">
            <a:extLst>
              <a:ext uri="{FF2B5EF4-FFF2-40B4-BE49-F238E27FC236}">
                <a16:creationId xmlns:a16="http://schemas.microsoft.com/office/drawing/2014/main" id="{AE2E677D-0BC3-3257-41FE-76FC8BA21056}"/>
              </a:ext>
            </a:extLst>
          </p:cNvPr>
          <p:cNvSpPr/>
          <p:nvPr/>
        </p:nvSpPr>
        <p:spPr>
          <a:xfrm>
            <a:off x="2035912" y="240549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</a:t>
            </a:r>
            <a:endParaRPr lang="en-US" sz="1150" dirty="0"/>
          </a:p>
        </p:txBody>
      </p:sp>
      <p:pic>
        <p:nvPicPr>
          <p:cNvPr id="106" name="Image 3" descr="/tmp/di2/assets/ic_arrow_cy.png">
            <a:extLst>
              <a:ext uri="{FF2B5EF4-FFF2-40B4-BE49-F238E27FC236}">
                <a16:creationId xmlns:a16="http://schemas.microsoft.com/office/drawing/2014/main" id="{11FBF84C-2AE0-E524-C633-2239307D1B22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C8FF1F"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3553816" y="2181465"/>
            <a:ext cx="182880" cy="182880"/>
          </a:xfrm>
          <a:prstGeom prst="rect">
            <a:avLst/>
          </a:prstGeom>
        </p:spPr>
      </p:pic>
      <p:sp>
        <p:nvSpPr>
          <p:cNvPr id="107" name="Shape 8">
            <a:extLst>
              <a:ext uri="{FF2B5EF4-FFF2-40B4-BE49-F238E27FC236}">
                <a16:creationId xmlns:a16="http://schemas.microsoft.com/office/drawing/2014/main" id="{2C83A7E4-5879-88CF-00D7-9AB17FA64038}"/>
              </a:ext>
            </a:extLst>
          </p:cNvPr>
          <p:cNvSpPr/>
          <p:nvPr/>
        </p:nvSpPr>
        <p:spPr>
          <a:xfrm>
            <a:off x="3745840" y="1794923"/>
            <a:ext cx="1463040" cy="955964"/>
          </a:xfrm>
          <a:prstGeom prst="rect">
            <a:avLst/>
          </a:prstGeom>
          <a:solidFill>
            <a:srgbClr val="13161D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9">
            <a:extLst>
              <a:ext uri="{FF2B5EF4-FFF2-40B4-BE49-F238E27FC236}">
                <a16:creationId xmlns:a16="http://schemas.microsoft.com/office/drawing/2014/main" id="{D62B9A72-84DE-1393-449B-FA6DBD0E80E7}"/>
              </a:ext>
            </a:extLst>
          </p:cNvPr>
          <p:cNvSpPr/>
          <p:nvPr/>
        </p:nvSpPr>
        <p:spPr>
          <a:xfrm>
            <a:off x="4230472" y="1893429"/>
            <a:ext cx="493776" cy="493776"/>
          </a:xfrm>
          <a:prstGeom prst="ellipse">
            <a:avLst/>
          </a:prstGeom>
          <a:solidFill>
            <a:srgbClr val="1C202B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9" name="Image 4" descr="/tmp/di2/assets/ic_cdd_cy.png">
            <a:extLst>
              <a:ext uri="{FF2B5EF4-FFF2-40B4-BE49-F238E27FC236}">
                <a16:creationId xmlns:a16="http://schemas.microsoft.com/office/drawing/2014/main" id="{D0CC80B8-D28D-026D-6CED-38FC555D74C9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91B916"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4340200" y="2003157"/>
            <a:ext cx="274320" cy="274320"/>
          </a:xfrm>
          <a:prstGeom prst="rect">
            <a:avLst/>
          </a:prstGeom>
        </p:spPr>
      </p:pic>
      <p:sp>
        <p:nvSpPr>
          <p:cNvPr id="110" name="Text 10">
            <a:extLst>
              <a:ext uri="{FF2B5EF4-FFF2-40B4-BE49-F238E27FC236}">
                <a16:creationId xmlns:a16="http://schemas.microsoft.com/office/drawing/2014/main" id="{D62FDD4C-420F-DD0D-8DA9-188D6A447546}"/>
              </a:ext>
            </a:extLst>
          </p:cNvPr>
          <p:cNvSpPr/>
          <p:nvPr/>
        </p:nvSpPr>
        <p:spPr>
          <a:xfrm>
            <a:off x="3700120" y="240549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CDD</a:t>
            </a:r>
            <a:endParaRPr lang="en-US" sz="1150" dirty="0"/>
          </a:p>
        </p:txBody>
      </p:sp>
      <p:pic>
        <p:nvPicPr>
          <p:cNvPr id="111" name="Image 5" descr="/tmp/di2/assets/ic_arrow_cy.png">
            <a:extLst>
              <a:ext uri="{FF2B5EF4-FFF2-40B4-BE49-F238E27FC236}">
                <a16:creationId xmlns:a16="http://schemas.microsoft.com/office/drawing/2014/main" id="{FBDF8CB2-F151-6354-EE38-DBA29CAF5BC2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C8FF1F"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5218024" y="2181465"/>
            <a:ext cx="182880" cy="182880"/>
          </a:xfrm>
          <a:prstGeom prst="rect">
            <a:avLst/>
          </a:prstGeom>
        </p:spPr>
      </p:pic>
      <p:sp>
        <p:nvSpPr>
          <p:cNvPr id="112" name="Shape 11">
            <a:extLst>
              <a:ext uri="{FF2B5EF4-FFF2-40B4-BE49-F238E27FC236}">
                <a16:creationId xmlns:a16="http://schemas.microsoft.com/office/drawing/2014/main" id="{0D47AE68-7546-D196-18E0-88C5F3FE885A}"/>
              </a:ext>
            </a:extLst>
          </p:cNvPr>
          <p:cNvSpPr/>
          <p:nvPr/>
        </p:nvSpPr>
        <p:spPr>
          <a:xfrm>
            <a:off x="5410048" y="1794923"/>
            <a:ext cx="1463040" cy="955964"/>
          </a:xfrm>
          <a:prstGeom prst="rect">
            <a:avLst/>
          </a:prstGeom>
          <a:solidFill>
            <a:srgbClr val="13161D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2">
            <a:extLst>
              <a:ext uri="{FF2B5EF4-FFF2-40B4-BE49-F238E27FC236}">
                <a16:creationId xmlns:a16="http://schemas.microsoft.com/office/drawing/2014/main" id="{0AAC6ED8-E4CA-B4DD-F8F9-FBDF55CDCB2E}"/>
              </a:ext>
            </a:extLst>
          </p:cNvPr>
          <p:cNvSpPr/>
          <p:nvPr/>
        </p:nvSpPr>
        <p:spPr>
          <a:xfrm>
            <a:off x="5894680" y="1893429"/>
            <a:ext cx="493776" cy="493776"/>
          </a:xfrm>
          <a:prstGeom prst="ellipse">
            <a:avLst/>
          </a:prstGeom>
          <a:solidFill>
            <a:srgbClr val="1C202B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4" name="Image 6" descr="/tmp/di2/assets/ic_engineering_cy.png">
            <a:extLst>
              <a:ext uri="{FF2B5EF4-FFF2-40B4-BE49-F238E27FC236}">
                <a16:creationId xmlns:a16="http://schemas.microsoft.com/office/drawing/2014/main" id="{846CB64D-AAFA-DB24-4A3E-F404553A1A7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91B916"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6004408" y="2003157"/>
            <a:ext cx="274320" cy="274320"/>
          </a:xfrm>
          <a:prstGeom prst="rect">
            <a:avLst/>
          </a:prstGeom>
        </p:spPr>
      </p:pic>
      <p:sp>
        <p:nvSpPr>
          <p:cNvPr id="115" name="Text 13">
            <a:extLst>
              <a:ext uri="{FF2B5EF4-FFF2-40B4-BE49-F238E27FC236}">
                <a16:creationId xmlns:a16="http://schemas.microsoft.com/office/drawing/2014/main" id="{4D5ACF0D-7A4C-0228-24B3-BC5197E73306}"/>
              </a:ext>
            </a:extLst>
          </p:cNvPr>
          <p:cNvSpPr/>
          <p:nvPr/>
        </p:nvSpPr>
        <p:spPr>
          <a:xfrm>
            <a:off x="5364328" y="240549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Engineering</a:t>
            </a:r>
            <a:endParaRPr lang="en-US" sz="1150" dirty="0"/>
          </a:p>
        </p:txBody>
      </p:sp>
      <p:pic>
        <p:nvPicPr>
          <p:cNvPr id="116" name="Image 7" descr="/tmp/di2/assets/ic_arrow_cy.png">
            <a:extLst>
              <a:ext uri="{FF2B5EF4-FFF2-40B4-BE49-F238E27FC236}">
                <a16:creationId xmlns:a16="http://schemas.microsoft.com/office/drawing/2014/main" id="{68DF64C5-5A95-F33B-3E92-B94C4E674991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C8FF1F">
                <a:tint val="45000"/>
                <a:satMod val="400000"/>
              </a:srgbClr>
            </a:duotone>
            <a:alphaModFix amt="94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1500"/>
                    </a14:imgEffect>
                    <a14:imgEffect>
                      <a14:saturation sat="101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82232" y="2181465"/>
            <a:ext cx="182880" cy="182880"/>
          </a:xfrm>
          <a:prstGeom prst="rect">
            <a:avLst/>
          </a:prstGeom>
        </p:spPr>
      </p:pic>
      <p:sp>
        <p:nvSpPr>
          <p:cNvPr id="117" name="Shape 14">
            <a:extLst>
              <a:ext uri="{FF2B5EF4-FFF2-40B4-BE49-F238E27FC236}">
                <a16:creationId xmlns:a16="http://schemas.microsoft.com/office/drawing/2014/main" id="{40DD4921-3A1C-9DF5-801B-2A1B6A432386}"/>
              </a:ext>
            </a:extLst>
          </p:cNvPr>
          <p:cNvSpPr/>
          <p:nvPr/>
        </p:nvSpPr>
        <p:spPr>
          <a:xfrm>
            <a:off x="7074256" y="1794923"/>
            <a:ext cx="1463040" cy="955964"/>
          </a:xfrm>
          <a:prstGeom prst="rect">
            <a:avLst/>
          </a:prstGeom>
          <a:solidFill>
            <a:srgbClr val="13161D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CBF812E2-CFC4-4A9A-AE3F-5DDF89F1D172}"/>
              </a:ext>
            </a:extLst>
          </p:cNvPr>
          <p:cNvSpPr/>
          <p:nvPr/>
        </p:nvSpPr>
        <p:spPr>
          <a:xfrm>
            <a:off x="7558888" y="1893429"/>
            <a:ext cx="493776" cy="493776"/>
          </a:xfrm>
          <a:prstGeom prst="ellipse">
            <a:avLst/>
          </a:prstGeom>
          <a:solidFill>
            <a:srgbClr val="1C202B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9" name="Image 8" descr="/tmp/di2/assets/ic_manufacturing_cy.png">
            <a:extLst>
              <a:ext uri="{FF2B5EF4-FFF2-40B4-BE49-F238E27FC236}">
                <a16:creationId xmlns:a16="http://schemas.microsoft.com/office/drawing/2014/main" id="{7C432DDF-A2DB-AC0E-9570-1035BEB115A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91B916"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7668616" y="2003157"/>
            <a:ext cx="274320" cy="274320"/>
          </a:xfrm>
          <a:prstGeom prst="rect">
            <a:avLst/>
          </a:prstGeom>
        </p:spPr>
      </p:pic>
      <p:sp>
        <p:nvSpPr>
          <p:cNvPr id="120" name="Text 16">
            <a:extLst>
              <a:ext uri="{FF2B5EF4-FFF2-40B4-BE49-F238E27FC236}">
                <a16:creationId xmlns:a16="http://schemas.microsoft.com/office/drawing/2014/main" id="{149A783C-A127-E74F-7DCF-8F2E60BBB55F}"/>
              </a:ext>
            </a:extLst>
          </p:cNvPr>
          <p:cNvSpPr/>
          <p:nvPr/>
        </p:nvSpPr>
        <p:spPr>
          <a:xfrm>
            <a:off x="7028536" y="240549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Manufacturing</a:t>
            </a:r>
            <a:endParaRPr lang="en-US" sz="1150" dirty="0"/>
          </a:p>
        </p:txBody>
      </p:sp>
      <p:pic>
        <p:nvPicPr>
          <p:cNvPr id="121" name="Image 9" descr="/tmp/di2/assets/ic_arrow_cy.png">
            <a:extLst>
              <a:ext uri="{FF2B5EF4-FFF2-40B4-BE49-F238E27FC236}">
                <a16:creationId xmlns:a16="http://schemas.microsoft.com/office/drawing/2014/main" id="{51B5892A-CEBF-66E9-66F0-38D16D1FE18C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C8FF1F"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8546440" y="2181465"/>
            <a:ext cx="182880" cy="182880"/>
          </a:xfrm>
          <a:prstGeom prst="rect">
            <a:avLst/>
          </a:prstGeom>
        </p:spPr>
      </p:pic>
      <p:sp>
        <p:nvSpPr>
          <p:cNvPr id="122" name="Shape 17">
            <a:extLst>
              <a:ext uri="{FF2B5EF4-FFF2-40B4-BE49-F238E27FC236}">
                <a16:creationId xmlns:a16="http://schemas.microsoft.com/office/drawing/2014/main" id="{091F0AF2-FC0D-2A3C-8E94-AC8A3C7300D1}"/>
              </a:ext>
            </a:extLst>
          </p:cNvPr>
          <p:cNvSpPr/>
          <p:nvPr/>
        </p:nvSpPr>
        <p:spPr>
          <a:xfrm>
            <a:off x="8738464" y="1794923"/>
            <a:ext cx="1463040" cy="955964"/>
          </a:xfrm>
          <a:prstGeom prst="rect">
            <a:avLst/>
          </a:prstGeom>
          <a:solidFill>
            <a:srgbClr val="13161D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8">
            <a:extLst>
              <a:ext uri="{FF2B5EF4-FFF2-40B4-BE49-F238E27FC236}">
                <a16:creationId xmlns:a16="http://schemas.microsoft.com/office/drawing/2014/main" id="{1B978F81-0BBB-4C4A-4BD6-23FDF91768FB}"/>
              </a:ext>
            </a:extLst>
          </p:cNvPr>
          <p:cNvSpPr/>
          <p:nvPr/>
        </p:nvSpPr>
        <p:spPr>
          <a:xfrm>
            <a:off x="9223096" y="1893429"/>
            <a:ext cx="493776" cy="493776"/>
          </a:xfrm>
          <a:prstGeom prst="ellipse">
            <a:avLst/>
          </a:prstGeom>
          <a:solidFill>
            <a:srgbClr val="1C202B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4" name="Image 10" descr="/tmp/di2/assets/ic_marketing_cy.png">
            <a:extLst>
              <a:ext uri="{FF2B5EF4-FFF2-40B4-BE49-F238E27FC236}">
                <a16:creationId xmlns:a16="http://schemas.microsoft.com/office/drawing/2014/main" id="{5044E0E4-9BD2-EA41-EAAC-61AC140D6A5A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91B916"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9332824" y="2003157"/>
            <a:ext cx="274320" cy="274320"/>
          </a:xfrm>
          <a:prstGeom prst="rect">
            <a:avLst/>
          </a:prstGeom>
        </p:spPr>
      </p:pic>
      <p:sp>
        <p:nvSpPr>
          <p:cNvPr id="125" name="Text 19">
            <a:extLst>
              <a:ext uri="{FF2B5EF4-FFF2-40B4-BE49-F238E27FC236}">
                <a16:creationId xmlns:a16="http://schemas.microsoft.com/office/drawing/2014/main" id="{9C6F8B1D-6357-377F-7478-E6C27CB716A3}"/>
              </a:ext>
            </a:extLst>
          </p:cNvPr>
          <p:cNvSpPr/>
          <p:nvPr/>
        </p:nvSpPr>
        <p:spPr>
          <a:xfrm>
            <a:off x="8692744" y="240549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Marketing</a:t>
            </a:r>
            <a:endParaRPr lang="en-US" sz="1150" dirty="0"/>
          </a:p>
        </p:txBody>
      </p:sp>
      <p:pic>
        <p:nvPicPr>
          <p:cNvPr id="126" name="Image 11" descr="/tmp/di2/assets/ic_arrow_cy.png">
            <a:extLst>
              <a:ext uri="{FF2B5EF4-FFF2-40B4-BE49-F238E27FC236}">
                <a16:creationId xmlns:a16="http://schemas.microsoft.com/office/drawing/2014/main" id="{ADF6CF94-82C0-84FC-1D73-3C20F46F1836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C8FF1F"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10210648" y="2181465"/>
            <a:ext cx="182880" cy="182880"/>
          </a:xfrm>
          <a:prstGeom prst="rect">
            <a:avLst/>
          </a:prstGeom>
        </p:spPr>
      </p:pic>
      <p:sp>
        <p:nvSpPr>
          <p:cNvPr id="127" name="Shape 20">
            <a:extLst>
              <a:ext uri="{FF2B5EF4-FFF2-40B4-BE49-F238E27FC236}">
                <a16:creationId xmlns:a16="http://schemas.microsoft.com/office/drawing/2014/main" id="{7183DEE5-48C7-70E4-6048-7F2455A54634}"/>
              </a:ext>
            </a:extLst>
          </p:cNvPr>
          <p:cNvSpPr/>
          <p:nvPr/>
        </p:nvSpPr>
        <p:spPr>
          <a:xfrm>
            <a:off x="10402672" y="1794923"/>
            <a:ext cx="1463040" cy="955964"/>
          </a:xfrm>
          <a:prstGeom prst="rect">
            <a:avLst/>
          </a:prstGeom>
          <a:solidFill>
            <a:srgbClr val="13161D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21">
            <a:extLst>
              <a:ext uri="{FF2B5EF4-FFF2-40B4-BE49-F238E27FC236}">
                <a16:creationId xmlns:a16="http://schemas.microsoft.com/office/drawing/2014/main" id="{11A731C3-6B50-D76A-31B5-F2B5281C6865}"/>
              </a:ext>
            </a:extLst>
          </p:cNvPr>
          <p:cNvSpPr/>
          <p:nvPr/>
        </p:nvSpPr>
        <p:spPr>
          <a:xfrm>
            <a:off x="10887304" y="1893429"/>
            <a:ext cx="493776" cy="493776"/>
          </a:xfrm>
          <a:prstGeom prst="ellipse">
            <a:avLst/>
          </a:prstGeom>
          <a:solidFill>
            <a:srgbClr val="1C202B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9" name="Image 12" descr="/tmp/di2/assets/ic_operations_cy.png">
            <a:extLst>
              <a:ext uri="{FF2B5EF4-FFF2-40B4-BE49-F238E27FC236}">
                <a16:creationId xmlns:a16="http://schemas.microsoft.com/office/drawing/2014/main" id="{A8385650-8171-7B92-903E-79DF62B3456A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91B916"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10997032" y="2003157"/>
            <a:ext cx="274320" cy="274320"/>
          </a:xfrm>
          <a:prstGeom prst="rect">
            <a:avLst/>
          </a:prstGeom>
        </p:spPr>
      </p:pic>
      <p:sp>
        <p:nvSpPr>
          <p:cNvPr id="130" name="Text 22">
            <a:extLst>
              <a:ext uri="{FF2B5EF4-FFF2-40B4-BE49-F238E27FC236}">
                <a16:creationId xmlns:a16="http://schemas.microsoft.com/office/drawing/2014/main" id="{49F9FF53-61C9-3912-2E3C-52603BD92FAC}"/>
              </a:ext>
            </a:extLst>
          </p:cNvPr>
          <p:cNvSpPr/>
          <p:nvPr/>
        </p:nvSpPr>
        <p:spPr>
          <a:xfrm>
            <a:off x="10356952" y="240549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Operations</a:t>
            </a:r>
            <a:endParaRPr lang="en-US" sz="1150" dirty="0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E40B75A-8EE8-0AFC-379E-C6259A981506}"/>
              </a:ext>
            </a:extLst>
          </p:cNvPr>
          <p:cNvGrpSpPr/>
          <p:nvPr/>
        </p:nvGrpSpPr>
        <p:grpSpPr>
          <a:xfrm>
            <a:off x="566928" y="2944808"/>
            <a:ext cx="5821528" cy="582823"/>
            <a:chOff x="566928" y="3098633"/>
            <a:chExt cx="10260940" cy="1027275"/>
          </a:xfrm>
        </p:grpSpPr>
        <p:sp>
          <p:nvSpPr>
            <p:cNvPr id="132" name="Text 23">
              <a:extLst>
                <a:ext uri="{FF2B5EF4-FFF2-40B4-BE49-F238E27FC236}">
                  <a16:creationId xmlns:a16="http://schemas.microsoft.com/office/drawing/2014/main" id="{82ABF666-9292-B31F-8124-F4DE6F753C6C}"/>
                </a:ext>
              </a:extLst>
            </p:cNvPr>
            <p:cNvSpPr/>
            <p:nvPr/>
          </p:nvSpPr>
          <p:spPr>
            <a:xfrm>
              <a:off x="566928" y="3098633"/>
              <a:ext cx="548639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300" dirty="0">
                  <a:solidFill>
                    <a:srgbClr val="9AA1AD"/>
                  </a:solidFill>
                  <a:latin typeface="Century Gothic" pitchFamily="34" charset="0"/>
                  <a:ea typeface="Century Gothic" pitchFamily="34" charset="-122"/>
                  <a:cs typeface="Century Gothic" pitchFamily="34" charset="-120"/>
                </a:rPr>
                <a:t>AT EVERY HANDOFF</a:t>
              </a:r>
              <a:endParaRPr lang="en-US" sz="1000" dirty="0"/>
            </a:p>
          </p:txBody>
        </p:sp>
        <p:sp>
          <p:nvSpPr>
            <p:cNvPr id="133" name="Shape 24">
              <a:extLst>
                <a:ext uri="{FF2B5EF4-FFF2-40B4-BE49-F238E27FC236}">
                  <a16:creationId xmlns:a16="http://schemas.microsoft.com/office/drawing/2014/main" id="{17AEDB24-6CE1-EB50-1BFF-8853BCEF6CDA}"/>
                </a:ext>
              </a:extLst>
            </p:cNvPr>
            <p:cNvSpPr/>
            <p:nvPr/>
          </p:nvSpPr>
          <p:spPr>
            <a:xfrm>
              <a:off x="1363828" y="3485828"/>
              <a:ext cx="2194560" cy="640080"/>
            </a:xfrm>
            <a:prstGeom prst="rect">
              <a:avLst/>
            </a:prstGeom>
            <a:solidFill>
              <a:srgbClr val="101216"/>
            </a:solidFill>
            <a:ln w="12700">
              <a:solidFill>
                <a:srgbClr val="2A2E3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4" name="Image 13" descr="/tmp/di2/assets/ic_review_cy.png">
              <a:extLst>
                <a:ext uri="{FF2B5EF4-FFF2-40B4-BE49-F238E27FC236}">
                  <a16:creationId xmlns:a16="http://schemas.microsoft.com/office/drawing/2014/main" id="{2FD36EE7-E797-4F4B-315C-A2BF8A7AF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70000"/>
            </a:blip>
            <a:stretch>
              <a:fillRect/>
            </a:stretch>
          </p:blipFill>
          <p:spPr>
            <a:xfrm>
              <a:off x="1546708" y="3686996"/>
              <a:ext cx="237744" cy="237744"/>
            </a:xfrm>
            <a:prstGeom prst="rect">
              <a:avLst/>
            </a:prstGeom>
          </p:spPr>
        </p:pic>
        <p:sp>
          <p:nvSpPr>
            <p:cNvPr id="135" name="Text 25">
              <a:extLst>
                <a:ext uri="{FF2B5EF4-FFF2-40B4-BE49-F238E27FC236}">
                  <a16:creationId xmlns:a16="http://schemas.microsoft.com/office/drawing/2014/main" id="{41CF5E81-3E01-28DB-CBD3-50E765BA0896}"/>
                </a:ext>
              </a:extLst>
            </p:cNvPr>
            <p:cNvSpPr/>
            <p:nvPr/>
          </p:nvSpPr>
          <p:spPr>
            <a:xfrm>
              <a:off x="1912468" y="3485828"/>
              <a:ext cx="15544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9AA1A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Meetings</a:t>
              </a:r>
              <a:endParaRPr lang="en-US" sz="1300" dirty="0"/>
            </a:p>
          </p:txBody>
        </p:sp>
        <p:sp>
          <p:nvSpPr>
            <p:cNvPr id="136" name="Shape 26">
              <a:extLst>
                <a:ext uri="{FF2B5EF4-FFF2-40B4-BE49-F238E27FC236}">
                  <a16:creationId xmlns:a16="http://schemas.microsoft.com/office/drawing/2014/main" id="{D412B902-36E4-D037-0D00-028807315A04}"/>
                </a:ext>
              </a:extLst>
            </p:cNvPr>
            <p:cNvSpPr/>
            <p:nvPr/>
          </p:nvSpPr>
          <p:spPr>
            <a:xfrm>
              <a:off x="3786988" y="3485828"/>
              <a:ext cx="2194560" cy="640080"/>
            </a:xfrm>
            <a:prstGeom prst="rect">
              <a:avLst/>
            </a:prstGeom>
            <a:solidFill>
              <a:srgbClr val="101216"/>
            </a:solidFill>
            <a:ln w="12700">
              <a:solidFill>
                <a:srgbClr val="2A2E3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7" name="Image 14" descr="/tmp/di2/assets/ic_slides_cy.png">
              <a:extLst>
                <a:ext uri="{FF2B5EF4-FFF2-40B4-BE49-F238E27FC236}">
                  <a16:creationId xmlns:a16="http://schemas.microsoft.com/office/drawing/2014/main" id="{1EEC410A-855E-E35F-45E0-98E369885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70000"/>
            </a:blip>
            <a:stretch>
              <a:fillRect/>
            </a:stretch>
          </p:blipFill>
          <p:spPr>
            <a:xfrm>
              <a:off x="3969868" y="3686996"/>
              <a:ext cx="237744" cy="237744"/>
            </a:xfrm>
            <a:prstGeom prst="rect">
              <a:avLst/>
            </a:prstGeom>
          </p:spPr>
        </p:pic>
        <p:sp>
          <p:nvSpPr>
            <p:cNvPr id="138" name="Text 27">
              <a:extLst>
                <a:ext uri="{FF2B5EF4-FFF2-40B4-BE49-F238E27FC236}">
                  <a16:creationId xmlns:a16="http://schemas.microsoft.com/office/drawing/2014/main" id="{544CF71D-CD72-F21D-4E6F-A877B9E75CE7}"/>
                </a:ext>
              </a:extLst>
            </p:cNvPr>
            <p:cNvSpPr/>
            <p:nvPr/>
          </p:nvSpPr>
          <p:spPr>
            <a:xfrm>
              <a:off x="4335628" y="3485829"/>
              <a:ext cx="1645920" cy="640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9AA1A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Presentations</a:t>
              </a:r>
              <a:endParaRPr lang="en-US" sz="1300" dirty="0"/>
            </a:p>
          </p:txBody>
        </p:sp>
        <p:sp>
          <p:nvSpPr>
            <p:cNvPr id="139" name="Shape 28">
              <a:extLst>
                <a:ext uri="{FF2B5EF4-FFF2-40B4-BE49-F238E27FC236}">
                  <a16:creationId xmlns:a16="http://schemas.microsoft.com/office/drawing/2014/main" id="{3534858A-0431-83B2-1A1F-83E07B125A5D}"/>
                </a:ext>
              </a:extLst>
            </p:cNvPr>
            <p:cNvSpPr/>
            <p:nvPr/>
          </p:nvSpPr>
          <p:spPr>
            <a:xfrm>
              <a:off x="6210148" y="3485828"/>
              <a:ext cx="2194560" cy="640080"/>
            </a:xfrm>
            <a:prstGeom prst="rect">
              <a:avLst/>
            </a:prstGeom>
            <a:solidFill>
              <a:srgbClr val="101216"/>
            </a:solidFill>
            <a:ln w="12700">
              <a:solidFill>
                <a:srgbClr val="2A2E3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40" name="Image 15" descr="/tmp/di2/assets/ic_email_cy.png">
              <a:extLst>
                <a:ext uri="{FF2B5EF4-FFF2-40B4-BE49-F238E27FC236}">
                  <a16:creationId xmlns:a16="http://schemas.microsoft.com/office/drawing/2014/main" id="{9BFD301F-6520-05D8-544F-CFFD0FE5B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alphaModFix amt="70000"/>
            </a:blip>
            <a:stretch>
              <a:fillRect/>
            </a:stretch>
          </p:blipFill>
          <p:spPr>
            <a:xfrm>
              <a:off x="6393028" y="3686996"/>
              <a:ext cx="237744" cy="237744"/>
            </a:xfrm>
            <a:prstGeom prst="rect">
              <a:avLst/>
            </a:prstGeom>
          </p:spPr>
        </p:pic>
        <p:sp>
          <p:nvSpPr>
            <p:cNvPr id="141" name="Text 29">
              <a:extLst>
                <a:ext uri="{FF2B5EF4-FFF2-40B4-BE49-F238E27FC236}">
                  <a16:creationId xmlns:a16="http://schemas.microsoft.com/office/drawing/2014/main" id="{9FB8105B-586D-9A76-DBEE-D61A285CFD5C}"/>
                </a:ext>
              </a:extLst>
            </p:cNvPr>
            <p:cNvSpPr/>
            <p:nvPr/>
          </p:nvSpPr>
          <p:spPr>
            <a:xfrm>
              <a:off x="6758788" y="3485828"/>
              <a:ext cx="15544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9AA1A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Emails</a:t>
              </a:r>
              <a:endParaRPr lang="en-US" sz="1300" dirty="0"/>
            </a:p>
          </p:txBody>
        </p:sp>
        <p:sp>
          <p:nvSpPr>
            <p:cNvPr id="142" name="Shape 30">
              <a:extLst>
                <a:ext uri="{FF2B5EF4-FFF2-40B4-BE49-F238E27FC236}">
                  <a16:creationId xmlns:a16="http://schemas.microsoft.com/office/drawing/2014/main" id="{9FC4D1DB-3145-30F1-9263-78E00AAE1509}"/>
                </a:ext>
              </a:extLst>
            </p:cNvPr>
            <p:cNvSpPr/>
            <p:nvPr/>
          </p:nvSpPr>
          <p:spPr>
            <a:xfrm>
              <a:off x="8633308" y="3485828"/>
              <a:ext cx="2194560" cy="640080"/>
            </a:xfrm>
            <a:prstGeom prst="rect">
              <a:avLst/>
            </a:prstGeom>
            <a:solidFill>
              <a:srgbClr val="101216"/>
            </a:solidFill>
            <a:ln w="12700">
              <a:solidFill>
                <a:srgbClr val="2A2E3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43" name="Image 16" descr="/tmp/di2/assets/ic_file_cy.png">
              <a:extLst>
                <a:ext uri="{FF2B5EF4-FFF2-40B4-BE49-F238E27FC236}">
                  <a16:creationId xmlns:a16="http://schemas.microsoft.com/office/drawing/2014/main" id="{3CFC19EB-D51D-8894-1910-347A5DA18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alphaModFix amt="70000"/>
            </a:blip>
            <a:stretch>
              <a:fillRect/>
            </a:stretch>
          </p:blipFill>
          <p:spPr>
            <a:xfrm>
              <a:off x="8816188" y="3686996"/>
              <a:ext cx="237744" cy="237744"/>
            </a:xfrm>
            <a:prstGeom prst="rect">
              <a:avLst/>
            </a:prstGeom>
          </p:spPr>
        </p:pic>
        <p:sp>
          <p:nvSpPr>
            <p:cNvPr id="144" name="Text 31">
              <a:extLst>
                <a:ext uri="{FF2B5EF4-FFF2-40B4-BE49-F238E27FC236}">
                  <a16:creationId xmlns:a16="http://schemas.microsoft.com/office/drawing/2014/main" id="{0FE64811-D68F-1028-4A79-FB9079AF069B}"/>
                </a:ext>
              </a:extLst>
            </p:cNvPr>
            <p:cNvSpPr/>
            <p:nvPr/>
          </p:nvSpPr>
          <p:spPr>
            <a:xfrm>
              <a:off x="9181948" y="3485828"/>
              <a:ext cx="15544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9AA1A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Reviews</a:t>
              </a:r>
              <a:endParaRPr lang="en-US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07429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5544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 proved the opportunity.</a:t>
            </a:r>
            <a:endParaRPr lang="en-US" sz="3000" dirty="0"/>
          </a:p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larger one is how the organization</a:t>
            </a:r>
            <a:endParaRPr lang="en-US" sz="3000" dirty="0"/>
          </a:p>
          <a:p>
            <a:pPr marL="0" indent="0" algn="l">
              <a:lnSpc>
                <a:spcPts val="4200"/>
              </a:lnSpc>
              <a:buNone/>
            </a:pPr>
            <a:r>
              <a:rPr lang="en-US" sz="30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learns, collaborates, and develops products.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5212080"/>
            <a:ext cx="4754880" cy="1188720"/>
          </a:xfrm>
          <a:prstGeom prst="roundRect">
            <a:avLst>
              <a:gd name="adj" fmla="val 60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5376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150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WAVE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" y="574243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with AI — Vizcom &amp; Runway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0" y="521208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583680" y="5212080"/>
            <a:ext cx="4754880" cy="1188720"/>
          </a:xfrm>
          <a:prstGeom prst="roundRect">
            <a:avLst>
              <a:gd name="adj" fmla="val 6000"/>
            </a:avLst>
          </a:prstGeom>
          <a:solidFill>
            <a:srgbClr val="191D0A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12280" y="5376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15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WAVE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12280" y="574243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learning &amp; co-development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" y="340156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 spc="250">
                <a:solidFill>
                  <a:srgbClr val="C8FF1F"/>
                </a:solidFill>
                <a:latin typeface="Courier New"/>
              </a:rPr>
              <a:t>WHAT WE LEARNED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67328"/>
            <a:ext cx="2560320" cy="1152144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89534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 spc="80">
                <a:solidFill>
                  <a:srgbClr val="C8FF1F"/>
                </a:solidFill>
                <a:latin typeface="Courier New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151376"/>
            <a:ext cx="2231136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00"/>
              </a:lnSpc>
            </a:pPr>
            <a:r>
              <a:rPr sz="1050" b="1" i="0">
                <a:solidFill>
                  <a:srgbClr val="F4F1E8"/>
                </a:solidFill>
                <a:latin typeface="Arial"/>
              </a:rPr>
              <a:t>AI tools are only the first layer.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5169" y="3767328"/>
            <a:ext cx="2560320" cy="1152144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9761" y="389534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 spc="80">
                <a:solidFill>
                  <a:srgbClr val="C8FF1F"/>
                </a:solidFill>
                <a:latin typeface="Courier New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9761" y="4151376"/>
            <a:ext cx="2231136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00"/>
              </a:lnSpc>
            </a:pPr>
            <a:r>
              <a:rPr sz="1050" b="1" i="0">
                <a:solidFill>
                  <a:srgbClr val="F4F1E8"/>
                </a:solidFill>
                <a:latin typeface="Arial"/>
              </a:rPr>
              <a:t>Enterprise value comes from reusable knowledge.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379" y="3767328"/>
            <a:ext cx="2560320" cy="1152144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1971" y="389534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 spc="80">
                <a:solidFill>
                  <a:srgbClr val="C8FF1F"/>
                </a:solidFill>
                <a:latin typeface="Courier New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1971" y="4151376"/>
            <a:ext cx="2231136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00"/>
              </a:lnSpc>
            </a:pPr>
            <a:r>
              <a:rPr sz="1050" b="1" i="0">
                <a:solidFill>
                  <a:srgbClr val="F4F1E8"/>
                </a:solidFill>
                <a:latin typeface="Arial"/>
              </a:rPr>
              <a:t>Design must become a producer of intelligence — not only a consumer of tools.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588" y="3767328"/>
            <a:ext cx="2560320" cy="1152144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180" y="389534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 spc="80">
                <a:solidFill>
                  <a:srgbClr val="C8FF1F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180" y="4151376"/>
            <a:ext cx="2231136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00"/>
              </a:lnSpc>
            </a:pPr>
            <a:r>
              <a:rPr sz="1050" b="1" i="0">
                <a:solidFill>
                  <a:srgbClr val="F4F1E8"/>
                </a:solidFill>
                <a:latin typeface="Arial"/>
              </a:rPr>
              <a:t>The future competitive advantage is institutional knowledge, not software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INTELLIGENCE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layers. </a:t>
            </a:r>
            <a:r>
              <a:rPr lang="en-US" sz="34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intelligence system.</a:t>
            </a:r>
            <a:endParaRPr lang="en-US" sz="3400" dirty="0"/>
          </a:p>
        </p:txBody>
      </p:sp>
      <p:sp>
        <p:nvSpPr>
          <p:cNvPr id="4" name="Rounded Rectangle 3"/>
          <p:cNvSpPr/>
          <p:nvPr/>
        </p:nvSpPr>
        <p:spPr>
          <a:xfrm>
            <a:off x="2103120" y="1993392"/>
            <a:ext cx="8778240" cy="713232"/>
          </a:xfrm>
          <a:prstGeom prst="roundRect">
            <a:avLst>
              <a:gd name="adj" fmla="val 7500"/>
            </a:avLst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31720" y="209397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0" i="0" spc="80">
                <a:solidFill>
                  <a:srgbClr val="0E0E0E"/>
                </a:solidFill>
                <a:latin typeface="Courier New"/>
              </a:rPr>
              <a:t>LAYER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286000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E0E0E"/>
                </a:solidFill>
                <a:latin typeface="Arial"/>
              </a:rPr>
              <a:t>Design Leaders &amp;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9" y="2121408"/>
            <a:ext cx="5440679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00" b="0" i="0">
                <a:solidFill>
                  <a:srgbClr val="0E0E0E"/>
                </a:solidFill>
                <a:latin typeface="Arial"/>
              </a:rPr>
              <a:t>Judgment · taste · decision authority</a:t>
            </a:r>
          </a:p>
        </p:txBody>
      </p:sp>
      <p:sp>
        <p:nvSpPr>
          <p:cNvPr id="8" name="Rectangle 7"/>
          <p:cNvSpPr/>
          <p:nvPr/>
        </p:nvSpPr>
        <p:spPr>
          <a:xfrm rot="2700000">
            <a:off x="6446520" y="2715768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2816352"/>
            <a:ext cx="8778240" cy="713232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91693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0" i="0" spc="80">
                <a:solidFill>
                  <a:srgbClr val="86847B"/>
                </a:solidFill>
                <a:latin typeface="Courier New"/>
              </a:rPr>
              <a:t>LAYER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108960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F4F1E8"/>
                </a:solidFill>
                <a:latin typeface="Arial"/>
              </a:rPr>
              <a:t>Design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2944368"/>
            <a:ext cx="5440679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00" b="0" i="0">
                <a:solidFill>
                  <a:srgbClr val="B8B6AC"/>
                </a:solidFill>
                <a:latin typeface="Arial"/>
              </a:rPr>
              <a:t>Design Review Assistant · Research Assistant · Benchmark Assistant · PDP Assistant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6446520" y="3538728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3639312"/>
            <a:ext cx="8778240" cy="713232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373989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0" i="0" spc="80">
                <a:solidFill>
                  <a:srgbClr val="86847B"/>
                </a:solidFill>
                <a:latin typeface="Courier New"/>
              </a:rPr>
              <a:t>LAYER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931920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F4F1E8"/>
                </a:solidFill>
                <a:latin typeface="Arial"/>
              </a:rPr>
              <a:t>Design Semantic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3767328"/>
            <a:ext cx="5440679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00" b="0" i="0">
                <a:solidFill>
                  <a:srgbClr val="B8B6AC"/>
                </a:solidFill>
                <a:latin typeface="Arial"/>
              </a:rPr>
              <a:t>Design vocabulary · Relationships · Brand knowledge · Design ontology</a:t>
            </a:r>
          </a:p>
        </p:txBody>
      </p:sp>
      <p:sp>
        <p:nvSpPr>
          <p:cNvPr id="18" name="Rectangle 17"/>
          <p:cNvSpPr/>
          <p:nvPr/>
        </p:nvSpPr>
        <p:spPr>
          <a:xfrm rot="2700000">
            <a:off x="6446520" y="4361688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03120" y="4462272"/>
            <a:ext cx="8778240" cy="713232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456285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0" i="0" spc="80">
                <a:solidFill>
                  <a:srgbClr val="86847B"/>
                </a:solidFill>
                <a:latin typeface="Courier New"/>
              </a:rPr>
              <a:t>LAYER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754880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F4F1E8"/>
                </a:solidFill>
                <a:latin typeface="Arial"/>
              </a:rPr>
              <a:t>Design Data 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4590288"/>
            <a:ext cx="5440679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00" b="0" i="0">
                <a:solidFill>
                  <a:srgbClr val="B8B6AC"/>
                </a:solidFill>
                <a:latin typeface="Arial"/>
              </a:rPr>
              <a:t>Customer Clinics · Design Reviews · Benchmark Intelligence · Brand DNA · Program Lessons Learned</a:t>
            </a:r>
          </a:p>
        </p:txBody>
      </p:sp>
      <p:sp>
        <p:nvSpPr>
          <p:cNvPr id="23" name="Rectangle 22"/>
          <p:cNvSpPr/>
          <p:nvPr/>
        </p:nvSpPr>
        <p:spPr>
          <a:xfrm rot="2700000">
            <a:off x="6446520" y="5184648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03120" y="5285232"/>
            <a:ext cx="8778240" cy="713232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538581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0" i="0" spc="80">
                <a:solidFill>
                  <a:srgbClr val="86847B"/>
                </a:solidFill>
                <a:latin typeface="Courier New"/>
              </a:rPr>
              <a:t>LAYER 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5577840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F4F1E8"/>
                </a:solidFill>
                <a:latin typeface="Arial"/>
              </a:rPr>
              <a:t>Enterprise AI Platforms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5413248"/>
            <a:ext cx="5440679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00" b="0" i="0">
                <a:solidFill>
                  <a:srgbClr val="B8B6AC"/>
                </a:solidFill>
                <a:latin typeface="Arial"/>
              </a:rPr>
              <a:t>GDPA · Foundry · Databricks · Snowflake · AI Garage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1627632" y="1993392"/>
            <a:ext cx="0" cy="4005072"/>
          </a:xfrm>
          <a:prstGeom prst="line">
            <a:avLst/>
          </a:prstGeom>
          <a:ln w="12700">
            <a:solidFill>
              <a:srgbClr val="C8FF1F">
                <a:alpha val="60000"/>
              </a:srgbClr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16200000">
            <a:off x="658368" y="3858768"/>
            <a:ext cx="173736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/>
            <a:r>
              <a:rPr sz="800" b="0" i="0" spc="200">
                <a:solidFill>
                  <a:srgbClr val="86847B"/>
                </a:solidFill>
                <a:latin typeface="Courier New"/>
              </a:rPr>
              <a:t>VALUE FLOWS 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272784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1">
                <a:solidFill>
                  <a:srgbClr val="8A8A86"/>
                </a:solidFill>
                <a:latin typeface="Arial"/>
              </a:rPr>
              <a:t>Each layer powers the one above — </a:t>
            </a:r>
            <a:r>
              <a:rPr sz="1400" b="1" i="1">
                <a:solidFill>
                  <a:srgbClr val="C8FF1F"/>
                </a:solidFill>
                <a:latin typeface="Arial"/>
              </a:rPr>
              <a:t>from enterprise platforms to design judgment.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NEW PILLAR · AI-ENABLED CO-DEVELOPMENT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conflicts while </a:t>
            </a:r>
            <a:r>
              <a:rPr lang="en-US" sz="34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freedom is high.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506287"/>
            <a:ext cx="2240280" cy="868680"/>
          </a:xfrm>
          <a:prstGeom prst="roundRect">
            <a:avLst>
              <a:gd name="adj" fmla="val 9474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876619"/>
            <a:ext cx="128016" cy="128016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5880" y="2506287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feasibility awareness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27832" y="2506287"/>
            <a:ext cx="2240280" cy="868680"/>
          </a:xfrm>
          <a:prstGeom prst="roundRect">
            <a:avLst>
              <a:gd name="adj" fmla="val 9474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56432" y="2876619"/>
            <a:ext cx="128016" cy="128016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30752" y="2506287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package validation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521271"/>
            <a:ext cx="2240280" cy="868680"/>
          </a:xfrm>
          <a:prstGeom prst="roundRect">
            <a:avLst>
              <a:gd name="adj" fmla="val 9474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3891603"/>
            <a:ext cx="128016" cy="128016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25880" y="3521271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manufacturing awareness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27832" y="3521271"/>
            <a:ext cx="2240280" cy="868680"/>
          </a:xfrm>
          <a:prstGeom prst="roundRect">
            <a:avLst>
              <a:gd name="adj" fmla="val 9474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56432" y="3891603"/>
            <a:ext cx="128016" cy="128016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30752" y="3521271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surfacing collaboration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536255"/>
            <a:ext cx="2240280" cy="868680"/>
          </a:xfrm>
          <a:prstGeom prst="roundRect">
            <a:avLst>
              <a:gd name="adj" fmla="val 9474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51560" y="4906587"/>
            <a:ext cx="128016" cy="128016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25880" y="4536255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executive reviews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27832" y="4536255"/>
            <a:ext cx="2240280" cy="868680"/>
          </a:xfrm>
          <a:prstGeom prst="roundRect">
            <a:avLst>
              <a:gd name="adj" fmla="val 9474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56432" y="4906587"/>
            <a:ext cx="128016" cy="128016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30752" y="4536255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downstream surprises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23560" y="2468880"/>
            <a:ext cx="5715000" cy="3017520"/>
          </a:xfrm>
          <a:prstGeom prst="roundRect">
            <a:avLst>
              <a:gd name="adj" fmla="val 2727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52160" y="2743200"/>
            <a:ext cx="5394960" cy="2377440"/>
          </a:xfrm>
          <a:prstGeom prst="line">
            <a:avLst/>
          </a:prstGeom>
          <a:noFill/>
          <a:ln w="25400">
            <a:solidFill>
              <a:srgbClr val="B8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52160" y="5120640"/>
            <a:ext cx="5394960" cy="0"/>
          </a:xfrm>
          <a:prstGeom prst="line">
            <a:avLst/>
          </a:prstGeom>
          <a:noFill/>
          <a:ln w="25400">
            <a:solidFill>
              <a:srgbClr val="86847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52160" y="2697480"/>
            <a:ext cx="868680" cy="2468880"/>
          </a:xfrm>
          <a:prstGeom prst="rect">
            <a:avLst/>
          </a:prstGeom>
          <a:solidFill>
            <a:srgbClr val="191D0A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20840" y="2651760"/>
            <a:ext cx="0" cy="2560320"/>
          </a:xfrm>
          <a:prstGeom prst="line">
            <a:avLst/>
          </a:prstGeom>
          <a:noFill/>
          <a:ln w="12700">
            <a:solidFill>
              <a:srgbClr val="C8FF1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11375" y="22357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HERE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0644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freedom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0976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change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52160" y="5166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→ Launch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2960" y="5806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conflicts and tradeoffs earlier — while the design can still change.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10972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constraint while the design </a:t>
            </a:r>
            <a:r>
              <a:rPr lang="en-US" sz="34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still change.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3456432" cy="841248"/>
          </a:xfrm>
          <a:prstGeom prst="roundRect">
            <a:avLst>
              <a:gd name="adj" fmla="val 9783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78992" y="3090672"/>
            <a:ext cx="146304" cy="146304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89888" y="2743200"/>
            <a:ext cx="2724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conflicts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43984" y="2743200"/>
            <a:ext cx="3456432" cy="841248"/>
          </a:xfrm>
          <a:prstGeom prst="roundRect">
            <a:avLst>
              <a:gd name="adj" fmla="val 9783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00016" y="3090672"/>
            <a:ext cx="146304" cy="146304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10912" y="2743200"/>
            <a:ext cx="2724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&amp; sightlines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65008" y="2743200"/>
            <a:ext cx="3456432" cy="841248"/>
          </a:xfrm>
          <a:prstGeom prst="roundRect">
            <a:avLst>
              <a:gd name="adj" fmla="val 9783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321040" y="3090672"/>
            <a:ext cx="146304" cy="146304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31936" y="2743200"/>
            <a:ext cx="2724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integration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3456432" cy="841248"/>
          </a:xfrm>
          <a:prstGeom prst="roundRect">
            <a:avLst>
              <a:gd name="adj" fmla="val 9783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78992" y="4096512"/>
            <a:ext cx="146304" cy="146304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89888" y="3749040"/>
            <a:ext cx="2724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constraints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443984" y="3749040"/>
            <a:ext cx="3456432" cy="841248"/>
          </a:xfrm>
          <a:prstGeom prst="roundRect">
            <a:avLst>
              <a:gd name="adj" fmla="val 9783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0016" y="4096512"/>
            <a:ext cx="146304" cy="146304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10912" y="3749040"/>
            <a:ext cx="2724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Powertrain packaging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065008" y="3749040"/>
            <a:ext cx="3456432" cy="841248"/>
          </a:xfrm>
          <a:prstGeom prst="roundRect">
            <a:avLst>
              <a:gd name="adj" fmla="val 9783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21040" y="4096512"/>
            <a:ext cx="146304" cy="146304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31936" y="3749040"/>
            <a:ext cx="2724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Occupant-space tradeoffs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14400" y="5074920"/>
            <a:ext cx="10058400" cy="0"/>
          </a:xfrm>
          <a:prstGeom prst="line">
            <a:avLst/>
          </a:prstGeom>
          <a:noFill/>
          <a:ln w="1905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5184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92640" y="5184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51760" y="4983480"/>
            <a:ext cx="182880" cy="182880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011680" y="4617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DETECTED NOW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518904" y="4992624"/>
            <a:ext cx="164592" cy="164592"/>
          </a:xfrm>
          <a:prstGeom prst="ellipse">
            <a:avLst/>
          </a:prstGeom>
          <a:solidFill>
            <a:srgbClr val="8684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63840" y="4636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Discovered late (today)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01200" y="5074920"/>
            <a:ext cx="0" cy="0"/>
          </a:xfrm>
          <a:prstGeom prst="line">
            <a:avLst/>
          </a:prstGeom>
          <a:noFill/>
          <a:ln w="1587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51760" y="491032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PDP acceleration story — not an AI story.</a:t>
            </a:r>
            <a:endParaRPr lang="en-US" sz="1600" dirty="0"/>
          </a:p>
        </p:txBody>
      </p:sp>
      <p:sp>
        <p:nvSpPr>
          <p:cNvPr id="32" name="Text 0"/>
          <p:cNvSpPr/>
          <p:nvPr/>
        </p:nvSpPr>
        <p:spPr>
          <a:xfrm>
            <a:off x="822960" y="683243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 BLOCKER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746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MOONSHOT</a:t>
            </a:r>
            <a:endParaRPr lang="en-US" sz="1100" dirty="0">
              <a:solidFill>
                <a:srgbClr val="C8FF1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98007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200"/>
              </a:lnSpc>
              <a:buNone/>
            </a:pPr>
            <a:r>
              <a:rPr lang="en-US" sz="58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becomes</a:t>
            </a:r>
            <a:endParaRPr lang="en-US" sz="5800" dirty="0"/>
          </a:p>
          <a:p>
            <a:pPr marL="0" indent="0">
              <a:lnSpc>
                <a:spcPts val="6200"/>
              </a:lnSpc>
              <a:buNone/>
            </a:pPr>
            <a:r>
              <a:rPr lang="en-US" sz="58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learning organization.</a:t>
            </a:r>
            <a:endParaRPr lang="en-US" sz="58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D42B5D2D-C62C-B97C-E872-D4374177EA8D}"/>
              </a:ext>
            </a:extLst>
          </p:cNvPr>
          <p:cNvSpPr/>
          <p:nvPr/>
        </p:nvSpPr>
        <p:spPr>
          <a:xfrm>
            <a:off x="777240" y="3175045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individual brilliance</a:t>
            </a:r>
            <a:endParaRPr lang="en-US" sz="3800" dirty="0"/>
          </a:p>
          <a:p>
            <a:pPr marL="0" indent="0" algn="l">
              <a:lnSpc>
                <a:spcPts val="4600"/>
              </a:lnSpc>
              <a:buNone/>
            </a:pPr>
            <a:r>
              <a:rPr lang="en-US" sz="38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collective intelligence.</a:t>
            </a:r>
            <a:endParaRPr lang="en-US" sz="3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FF81E6F-C674-8C02-5362-69C7ECF652A3}"/>
              </a:ext>
            </a:extLst>
          </p:cNvPr>
          <p:cNvSpPr/>
          <p:nvPr/>
        </p:nvSpPr>
        <p:spPr>
          <a:xfrm>
            <a:off x="1828800" y="481182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kern="0" spc="150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 · INDIVIDUAL</a:t>
            </a:r>
            <a:endParaRPr lang="en-US" sz="10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1D5E812F-414E-44B1-BD4B-89A45A0F43CB}"/>
              </a:ext>
            </a:extLst>
          </p:cNvPr>
          <p:cNvSpPr/>
          <p:nvPr/>
        </p:nvSpPr>
        <p:spPr>
          <a:xfrm>
            <a:off x="7680960" y="481182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kern="0" spc="15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TOMORROW · COLLECTIVE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5742432"/>
            <a:ext cx="10543032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00" b="0" i="0" spc="200">
                <a:solidFill>
                  <a:srgbClr val="86847B"/>
                </a:solidFill>
                <a:latin typeface="Courier New"/>
              </a:rPr>
              <a:t>THE ENABLING FOUNDATIONS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0967" y="6053328"/>
            <a:ext cx="2212848" cy="420624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37563" y="6222492"/>
            <a:ext cx="82296" cy="82296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25015" y="6053328"/>
            <a:ext cx="1755648" cy="4206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950" b="0" i="0" spc="80">
                <a:solidFill>
                  <a:srgbClr val="F4F1E8"/>
                </a:solidFill>
                <a:latin typeface="Courier New"/>
              </a:rPr>
              <a:t>DATA 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73271" y="6053328"/>
            <a:ext cx="2212848" cy="420624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69867" y="6222492"/>
            <a:ext cx="82296" cy="82296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7319" y="6053328"/>
            <a:ext cx="1755648" cy="4206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950" b="0" i="0" spc="80">
                <a:solidFill>
                  <a:srgbClr val="F4F1E8"/>
                </a:solidFill>
                <a:latin typeface="Courier New"/>
              </a:rPr>
              <a:t>SEMANTIC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575" y="6053328"/>
            <a:ext cx="2212848" cy="420624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2171" y="6222492"/>
            <a:ext cx="82296" cy="82296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9623" y="6053328"/>
            <a:ext cx="1755648" cy="4206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950" b="0" i="0" spc="80">
                <a:solidFill>
                  <a:srgbClr val="F4F1E8"/>
                </a:solidFill>
                <a:latin typeface="Courier New"/>
              </a:rPr>
              <a:t>KNOWLEDGE GRAPHS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37879" y="6053328"/>
            <a:ext cx="2212848" cy="420624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34475" y="6222492"/>
            <a:ext cx="82296" cy="82296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1927" y="6053328"/>
            <a:ext cx="1755648" cy="4206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950" b="0" i="0" spc="80">
                <a:solidFill>
                  <a:srgbClr val="F4F1E8"/>
                </a:solidFill>
                <a:latin typeface="Courier New"/>
              </a:rPr>
              <a:t>AI AGENTS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1097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horizon, </a:t>
            </a:r>
            <a:r>
              <a:rPr lang="en-US" sz="38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roadmap.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188720" y="3487115"/>
            <a:ext cx="9784080" cy="0"/>
          </a:xfrm>
          <a:prstGeom prst="line">
            <a:avLst/>
          </a:prstGeom>
          <a:noFill/>
          <a:ln w="1905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8720" y="3487115"/>
            <a:ext cx="9784080" cy="0"/>
          </a:xfrm>
          <a:prstGeom prst="line">
            <a:avLst/>
          </a:prstGeom>
          <a:noFill/>
          <a:ln w="27940">
            <a:solidFill>
              <a:srgbClr val="C8FF1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5568" y="3413963"/>
            <a:ext cx="146304" cy="146304"/>
          </a:xfrm>
          <a:prstGeom prst="ellipse">
            <a:avLst/>
          </a:prstGeom>
          <a:solidFill>
            <a:srgbClr val="C8FF1F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2920187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kern="0" spc="14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3761435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54068" y="3391103"/>
            <a:ext cx="192024" cy="192024"/>
          </a:xfrm>
          <a:prstGeom prst="ellipse">
            <a:avLst/>
          </a:prstGeom>
          <a:solidFill>
            <a:srgbClr val="C8FF1F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61360" y="2920187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kern="0" spc="14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61360" y="3761435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intelligence amplified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592568" y="3368243"/>
            <a:ext cx="237744" cy="237744"/>
          </a:xfrm>
          <a:prstGeom prst="ellipse">
            <a:avLst/>
          </a:prstGeom>
          <a:solidFill>
            <a:srgbClr val="C8FF1F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22720" y="2920187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kern="0" spc="14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22720" y="3761435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Collective design intelligence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831068" y="3345383"/>
            <a:ext cx="283464" cy="283464"/>
          </a:xfrm>
          <a:prstGeom prst="ellipse">
            <a:avLst/>
          </a:prstGeom>
          <a:solidFill>
            <a:srgbClr val="C8FF1F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784080" y="2920187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kern="0" spc="14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0" y="3761435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design organization</a:t>
            </a:r>
            <a:endParaRPr lang="en-US" sz="1500" dirty="0"/>
          </a:p>
        </p:txBody>
      </p:sp>
      <p:sp>
        <p:nvSpPr>
          <p:cNvPr id="19" name="Text 0"/>
          <p:cNvSpPr/>
          <p:nvPr/>
        </p:nvSpPr>
        <p:spPr>
          <a:xfrm>
            <a:off x="822960" y="687577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PATH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lide 17">
            <a:hlinkClick r:id="" action="ppaction://media"/>
            <a:extLst>
              <a:ext uri="{FF2B5EF4-FFF2-40B4-BE49-F238E27FC236}">
                <a16:creationId xmlns:a16="http://schemas.microsoft.com/office/drawing/2014/main" id="{73FD0A1C-7F27-3DD9-58F5-566D8AD13E4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1087" end="0.6458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816475" y="0"/>
            <a:ext cx="7375525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22960" y="777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01 ·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intelligence </a:t>
            </a:r>
            <a:r>
              <a:rPr lang="en-US" sz="34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amplified.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designer stays central. Intelligence surrounds and supports.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83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slide 18">
            <a:hlinkClick r:id="" action="ppaction://media"/>
            <a:extLst>
              <a:ext uri="{FF2B5EF4-FFF2-40B4-BE49-F238E27FC236}">
                <a16:creationId xmlns:a16="http://schemas.microsoft.com/office/drawing/2014/main" id="{8C590064-A027-79BD-C0F4-AA6204D096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748606" y="-628379"/>
            <a:ext cx="8683897" cy="720738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22960" y="777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03 · 2029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Collective design </a:t>
            </a:r>
            <a:r>
              <a:rPr lang="en-US" sz="34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moves between people, teams, and regions. Learning becomes shared.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33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slide 19">
            <a:hlinkClick r:id="" action="ppaction://media"/>
            <a:extLst>
              <a:ext uri="{FF2B5EF4-FFF2-40B4-BE49-F238E27FC236}">
                <a16:creationId xmlns:a16="http://schemas.microsoft.com/office/drawing/2014/main" id="{71F410B8-4F83-6268-A139-1BA57A0C49F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3648" t="19847" r="32766" b="8768"/>
          <a:stretch>
            <a:fillRect/>
          </a:stretch>
        </p:blipFill>
        <p:spPr>
          <a:xfrm>
            <a:off x="1609344" y="-1"/>
            <a:ext cx="10582656" cy="675741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22960" y="777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06 · 2032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learning design </a:t>
            </a:r>
            <a:r>
              <a:rPr lang="en-US" sz="34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leaves a trace. Every program makes the next better.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02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5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GLOBAL KNOWLEDGE GRAPH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organization</a:t>
            </a:r>
            <a:endParaRPr lang="en-US" sz="56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56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77240" y="34290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Research, packaging, engineering, CMF, reviews, program decisions, and manufacturing lessons — connected into one organizational memory.</a:t>
            </a:r>
            <a:endParaRPr lang="en-US" sz="1450" dirty="0"/>
          </a:p>
        </p:txBody>
      </p:sp>
      <p:sp>
        <p:nvSpPr>
          <p:cNvPr id="5" name="Rounded Rectangle 4"/>
          <p:cNvSpPr/>
          <p:nvPr/>
        </p:nvSpPr>
        <p:spPr>
          <a:xfrm>
            <a:off x="777240" y="5120640"/>
            <a:ext cx="4206240" cy="969264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8" y="5212080"/>
            <a:ext cx="45720" cy="786384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5266944"/>
            <a:ext cx="376732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0"/>
              </a:lnSpc>
            </a:pPr>
            <a:r>
              <a:rPr sz="850" b="0" i="0" spc="80">
                <a:solidFill>
                  <a:srgbClr val="C8FF1F"/>
                </a:solidFill>
                <a:latin typeface="Courier New"/>
              </a:rPr>
              <a:t>ALIGNED WITH STELLANTIS SEMANTIC LAYER &amp; KNOWLEDGE GRAPH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5650992"/>
            <a:ext cx="376732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B8B6AC"/>
                </a:solidFill>
                <a:latin typeface="Arial"/>
              </a:rPr>
              <a:t>Semantic layer · knowledge graph · enterprise ontology — </a:t>
            </a:r>
            <a:r>
              <a:rPr sz="1000" b="1" i="0">
                <a:solidFill>
                  <a:srgbClr val="F4F1E8"/>
                </a:solidFill>
                <a:latin typeface="Arial"/>
              </a:rPr>
              <a:t>one shared language of Design.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5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PROGRAM TWIN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program develops </a:t>
            </a:r>
            <a:r>
              <a:rPr lang="en-US" sz="34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memory.</a:t>
            </a:r>
            <a:endParaRPr lang="en-US" sz="3400" dirty="0"/>
          </a:p>
        </p:txBody>
      </p:sp>
      <p:cxnSp>
        <p:nvCxnSpPr>
          <p:cNvPr id="61" name="Connector 60"/>
          <p:cNvCxnSpPr/>
          <p:nvPr/>
        </p:nvCxnSpPr>
        <p:spPr>
          <a:xfrm>
            <a:off x="3118104" y="2139696"/>
            <a:ext cx="2121408" cy="1472184"/>
          </a:xfrm>
          <a:prstGeom prst="line">
            <a:avLst/>
          </a:prstGeom>
          <a:ln w="12700">
            <a:solidFill>
              <a:srgbClr val="C8FF1F">
                <a:alpha val="50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118104" y="2779776"/>
            <a:ext cx="2121408" cy="832104"/>
          </a:xfrm>
          <a:prstGeom prst="line">
            <a:avLst/>
          </a:prstGeom>
          <a:ln w="12700">
            <a:solidFill>
              <a:srgbClr val="C8FF1F">
                <a:alpha val="50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118104" y="3419856"/>
            <a:ext cx="2121408" cy="192024"/>
          </a:xfrm>
          <a:prstGeom prst="line">
            <a:avLst/>
          </a:prstGeom>
          <a:ln w="12700">
            <a:solidFill>
              <a:srgbClr val="C8FF1F">
                <a:alpha val="50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118104" y="3611880"/>
            <a:ext cx="2121408" cy="448055"/>
          </a:xfrm>
          <a:prstGeom prst="line">
            <a:avLst/>
          </a:prstGeom>
          <a:ln w="12700">
            <a:solidFill>
              <a:srgbClr val="C8FF1F">
                <a:alpha val="50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118104" y="3611880"/>
            <a:ext cx="2121408" cy="1088136"/>
          </a:xfrm>
          <a:prstGeom prst="line">
            <a:avLst/>
          </a:prstGeom>
          <a:ln w="12700">
            <a:solidFill>
              <a:srgbClr val="C8FF1F">
                <a:alpha val="50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118104" y="3611880"/>
            <a:ext cx="2121408" cy="1728216"/>
          </a:xfrm>
          <a:prstGeom prst="line">
            <a:avLst/>
          </a:prstGeom>
          <a:ln w="12700">
            <a:solidFill>
              <a:srgbClr val="C8FF1F">
                <a:alpha val="50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922008" y="2496312"/>
            <a:ext cx="2148840" cy="1115568"/>
          </a:xfrm>
          <a:prstGeom prst="line">
            <a:avLst/>
          </a:prstGeom>
          <a:ln w="12700">
            <a:solidFill>
              <a:srgbClr val="C8FF1F">
                <a:alpha val="50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922008" y="3209544"/>
            <a:ext cx="2148840" cy="402336"/>
          </a:xfrm>
          <a:prstGeom prst="line">
            <a:avLst/>
          </a:prstGeom>
          <a:ln w="12700">
            <a:solidFill>
              <a:srgbClr val="C8FF1F">
                <a:alpha val="50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922008" y="3611880"/>
            <a:ext cx="2148840" cy="310896"/>
          </a:xfrm>
          <a:prstGeom prst="line">
            <a:avLst/>
          </a:prstGeom>
          <a:ln w="12700">
            <a:solidFill>
              <a:srgbClr val="C8FF1F">
                <a:alpha val="50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922008" y="3611880"/>
            <a:ext cx="2148840" cy="1024127"/>
          </a:xfrm>
          <a:prstGeom prst="line">
            <a:avLst/>
          </a:prstGeom>
          <a:ln w="12700">
            <a:solidFill>
              <a:srgbClr val="C8FF1F">
                <a:alpha val="50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922008" y="3611880"/>
            <a:ext cx="2148840" cy="1737360"/>
          </a:xfrm>
          <a:prstGeom prst="line">
            <a:avLst/>
          </a:prstGeom>
          <a:ln w="12700">
            <a:solidFill>
              <a:srgbClr val="C8FF1F">
                <a:alpha val="50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hape 10"/>
          <p:cNvSpPr/>
          <p:nvPr/>
        </p:nvSpPr>
        <p:spPr>
          <a:xfrm>
            <a:off x="4617720" y="2670048"/>
            <a:ext cx="2926080" cy="1883664"/>
          </a:xfrm>
          <a:prstGeom prst="ellipse">
            <a:avLst/>
          </a:prstGeom>
          <a:solidFill>
            <a:srgbClr val="C8F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20640" y="3008376"/>
            <a:ext cx="1920240" cy="1207008"/>
          </a:xfrm>
          <a:prstGeom prst="ellipse">
            <a:avLst/>
          </a:prstGeom>
          <a:solidFill>
            <a:srgbClr val="C8FF1F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227832"/>
            <a:ext cx="694944" cy="6949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120640" y="3867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TWIN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1463040" y="6172200"/>
            <a:ext cx="9509760" cy="0"/>
          </a:xfrm>
          <a:prstGeom prst="line">
            <a:avLst/>
          </a:prstGeom>
          <a:noFill/>
          <a:ln w="1905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38"/>
          <p:cNvSpPr/>
          <p:nvPr/>
        </p:nvSpPr>
        <p:spPr>
          <a:xfrm>
            <a:off x="1389888" y="6099048"/>
            <a:ext cx="146304" cy="146304"/>
          </a:xfrm>
          <a:prstGeom prst="ellipse">
            <a:avLst/>
          </a:prstGeom>
          <a:solidFill>
            <a:srgbClr val="C8F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39"/>
          <p:cNvSpPr/>
          <p:nvPr/>
        </p:nvSpPr>
        <p:spPr>
          <a:xfrm>
            <a:off x="548640" y="5760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050" dirty="0"/>
          </a:p>
        </p:txBody>
      </p:sp>
      <p:sp>
        <p:nvSpPr>
          <p:cNvPr id="51" name="Shape 40"/>
          <p:cNvSpPr/>
          <p:nvPr/>
        </p:nvSpPr>
        <p:spPr>
          <a:xfrm>
            <a:off x="4559808" y="6099048"/>
            <a:ext cx="146304" cy="146304"/>
          </a:xfrm>
          <a:prstGeom prst="ellipse">
            <a:avLst/>
          </a:prstGeom>
          <a:solidFill>
            <a:srgbClr val="C8F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1"/>
          <p:cNvSpPr/>
          <p:nvPr/>
        </p:nvSpPr>
        <p:spPr>
          <a:xfrm>
            <a:off x="3718560" y="5760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53" name="Shape 42"/>
          <p:cNvSpPr/>
          <p:nvPr/>
        </p:nvSpPr>
        <p:spPr>
          <a:xfrm>
            <a:off x="7729728" y="6099048"/>
            <a:ext cx="146304" cy="146304"/>
          </a:xfrm>
          <a:prstGeom prst="ellipse">
            <a:avLst/>
          </a:prstGeom>
          <a:solidFill>
            <a:srgbClr val="C8F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3"/>
          <p:cNvSpPr/>
          <p:nvPr/>
        </p:nvSpPr>
        <p:spPr>
          <a:xfrm>
            <a:off x="6888480" y="5760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050" dirty="0"/>
          </a:p>
        </p:txBody>
      </p:sp>
      <p:sp>
        <p:nvSpPr>
          <p:cNvPr id="55" name="Shape 44"/>
          <p:cNvSpPr/>
          <p:nvPr/>
        </p:nvSpPr>
        <p:spPr>
          <a:xfrm>
            <a:off x="10899648" y="6099048"/>
            <a:ext cx="146304" cy="146304"/>
          </a:xfrm>
          <a:prstGeom prst="ellipse">
            <a:avLst/>
          </a:prstGeom>
          <a:solidFill>
            <a:srgbClr val="C8FF1F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5"/>
          <p:cNvSpPr/>
          <p:nvPr/>
        </p:nvSpPr>
        <p:spPr>
          <a:xfrm>
            <a:off x="10058400" y="5760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Program</a:t>
            </a:r>
            <a:endParaRPr lang="en-US" sz="1050" dirty="0"/>
          </a:p>
        </p:txBody>
      </p:sp>
      <p:sp>
        <p:nvSpPr>
          <p:cNvPr id="57" name="TextBox 56"/>
          <p:cNvSpPr txBox="1"/>
          <p:nvPr/>
        </p:nvSpPr>
        <p:spPr>
          <a:xfrm>
            <a:off x="868680" y="1572768"/>
            <a:ext cx="31089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850" b="0" i="0" spc="80">
                <a:solidFill>
                  <a:srgbClr val="86847B"/>
                </a:solidFill>
                <a:latin typeface="Courier New"/>
              </a:rPr>
              <a:t>INPUTS · WHAT THE TWIN ABSORBS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07424" y="1901952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850" b="0" i="0" spc="80">
                <a:solidFill>
                  <a:srgbClr val="C8FF1F"/>
                </a:solidFill>
                <a:latin typeface="Courier New"/>
              </a:rPr>
              <a:t>OUTPUTS · WHAT THE TWIN RETURNS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8680" y="1874519"/>
            <a:ext cx="2212848" cy="530352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3271" y="1874519"/>
            <a:ext cx="1938528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F4F1E8"/>
                </a:solidFill>
                <a:latin typeface="Arial"/>
              </a:rPr>
              <a:t>Design Reviews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8680" y="2514600"/>
            <a:ext cx="2212848" cy="530352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3271" y="2514600"/>
            <a:ext cx="1938528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F4F1E8"/>
                </a:solidFill>
                <a:latin typeface="Arial"/>
              </a:rPr>
              <a:t>Customer Clinics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8680" y="3154679"/>
            <a:ext cx="2212848" cy="530352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3271" y="3154679"/>
            <a:ext cx="1938528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F4F1E8"/>
                </a:solidFill>
                <a:latin typeface="Arial"/>
              </a:rPr>
              <a:t>Benchmarking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8680" y="3794759"/>
            <a:ext cx="2212848" cy="530352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33271" y="3794759"/>
            <a:ext cx="1938528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F4F1E8"/>
                </a:solidFill>
                <a:latin typeface="Arial"/>
              </a:rPr>
              <a:t>Engineering Feedback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8680" y="4434840"/>
            <a:ext cx="2212848" cy="530352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33271" y="4434840"/>
            <a:ext cx="1938528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F4F1E8"/>
                </a:solidFill>
                <a:latin typeface="Arial"/>
              </a:rPr>
              <a:t>Manufacturing Lessons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8680" y="5074920"/>
            <a:ext cx="2212848" cy="530352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33271" y="5074920"/>
            <a:ext cx="1938528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F4F1E8"/>
                </a:solidFill>
                <a:latin typeface="Arial"/>
              </a:rPr>
              <a:t>Packaging Constraints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107424" y="2212848"/>
            <a:ext cx="2212848" cy="566928"/>
          </a:xfrm>
          <a:prstGeom prst="roundRect">
            <a:avLst>
              <a:gd name="adj" fmla="val 7500"/>
            </a:avLst>
          </a:prstGeom>
          <a:solidFill>
            <a:srgbClr val="191D0A"/>
          </a:solidFill>
          <a:ln w="12700">
            <a:solidFill>
              <a:srgbClr val="C8F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72016" y="2212848"/>
            <a:ext cx="1938528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F4F1E8"/>
                </a:solidFill>
                <a:latin typeface="Arial"/>
              </a:rPr>
              <a:t>Program Intelligence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107424" y="2926080"/>
            <a:ext cx="2212848" cy="566928"/>
          </a:xfrm>
          <a:prstGeom prst="roundRect">
            <a:avLst>
              <a:gd name="adj" fmla="val 7500"/>
            </a:avLst>
          </a:prstGeom>
          <a:solidFill>
            <a:srgbClr val="191D0A"/>
          </a:solidFill>
          <a:ln w="12700">
            <a:solidFill>
              <a:srgbClr val="C8F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72016" y="2926080"/>
            <a:ext cx="1938528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F4F1E8"/>
                </a:solidFill>
                <a:latin typeface="Arial"/>
              </a:rPr>
              <a:t>Decision Traceability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107424" y="3639312"/>
            <a:ext cx="2212848" cy="566928"/>
          </a:xfrm>
          <a:prstGeom prst="roundRect">
            <a:avLst>
              <a:gd name="adj" fmla="val 7500"/>
            </a:avLst>
          </a:prstGeom>
          <a:solidFill>
            <a:srgbClr val="191D0A"/>
          </a:solidFill>
          <a:ln w="12700">
            <a:solidFill>
              <a:srgbClr val="C8F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72016" y="3639312"/>
            <a:ext cx="1938528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F4F1E8"/>
                </a:solidFill>
                <a:latin typeface="Arial"/>
              </a:rPr>
              <a:t>Design Assistant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107424" y="4352544"/>
            <a:ext cx="2212848" cy="566928"/>
          </a:xfrm>
          <a:prstGeom prst="roundRect">
            <a:avLst>
              <a:gd name="adj" fmla="val 7500"/>
            </a:avLst>
          </a:prstGeom>
          <a:solidFill>
            <a:srgbClr val="191D0A"/>
          </a:solidFill>
          <a:ln w="12700">
            <a:solidFill>
              <a:srgbClr val="C8F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72016" y="4352544"/>
            <a:ext cx="1938528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F4F1E8"/>
                </a:solidFill>
                <a:latin typeface="Arial"/>
              </a:rPr>
              <a:t>Lessons Learned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107424" y="5065776"/>
            <a:ext cx="2212848" cy="566928"/>
          </a:xfrm>
          <a:prstGeom prst="roundRect">
            <a:avLst>
              <a:gd name="adj" fmla="val 7500"/>
            </a:avLst>
          </a:prstGeom>
          <a:solidFill>
            <a:srgbClr val="191D0A"/>
          </a:solidFill>
          <a:ln w="12700">
            <a:solidFill>
              <a:srgbClr val="C8F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72016" y="5065776"/>
            <a:ext cx="1938528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F4F1E8"/>
                </a:solidFill>
                <a:latin typeface="Arial"/>
              </a:rPr>
              <a:t>PDP Acceleration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128" y="699007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DAY IN THE LIFE —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51560" y="2514600"/>
            <a:ext cx="0" cy="2596896"/>
          </a:xfrm>
          <a:prstGeom prst="line">
            <a:avLst/>
          </a:prstGeom>
          <a:noFill/>
          <a:ln w="1524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2980" y="2537460"/>
            <a:ext cx="137160" cy="137160"/>
          </a:xfrm>
          <a:prstGeom prst="ellipse">
            <a:avLst/>
          </a:prstGeom>
          <a:solidFill>
            <a:srgbClr val="8684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24597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2441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for prior research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82980" y="3140964"/>
            <a:ext cx="137160" cy="137160"/>
          </a:xfrm>
          <a:prstGeom prst="ellipse">
            <a:avLst/>
          </a:prstGeom>
          <a:solidFill>
            <a:srgbClr val="8684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30632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30449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Rebuilding context from a deck written by someone who left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82980" y="3744468"/>
            <a:ext cx="137160" cy="137160"/>
          </a:xfrm>
          <a:prstGeom prst="ellipse">
            <a:avLst/>
          </a:prstGeom>
          <a:solidFill>
            <a:srgbClr val="8684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36667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36484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three teams the same question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82980" y="4347972"/>
            <a:ext cx="137160" cy="137160"/>
          </a:xfrm>
          <a:prstGeom prst="ellipse">
            <a:avLst/>
          </a:prstGeom>
          <a:solidFill>
            <a:srgbClr val="8684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0" y="42702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4251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an answer that exists somewhere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82980" y="4951476"/>
            <a:ext cx="137160" cy="137160"/>
          </a:xfrm>
          <a:prstGeom prst="ellipse">
            <a:avLst/>
          </a:prstGeom>
          <a:solidFill>
            <a:srgbClr val="8684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0" y="4873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16:30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485546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Repeating a review the previous program already had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943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exists. </a:t>
            </a:r>
            <a:r>
              <a:rPr lang="en-US" sz="1600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does not.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51560" y="2514600"/>
            <a:ext cx="0" cy="2596896"/>
          </a:xfrm>
          <a:prstGeom prst="line">
            <a:avLst/>
          </a:prstGeom>
          <a:noFill/>
          <a:ln w="19050">
            <a:solidFill>
              <a:srgbClr val="C8FF1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2980" y="2537460"/>
            <a:ext cx="137160" cy="137160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24597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2441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briefing assembles itself — the program's overnight signal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82980" y="3140964"/>
            <a:ext cx="137160" cy="137160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30632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30449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sketch lands · the package agent answers before the question is asked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82980" y="3744468"/>
            <a:ext cx="137160" cy="137160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36667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36484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breakthrough in another studio arrives, framed in context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82980" y="4347972"/>
            <a:ext cx="137160" cy="137160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0" y="42702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4251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 with humans and agents — discussion is judgment, not lookup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82980" y="4951476"/>
            <a:ext cx="137160" cy="137160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0" y="4873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485546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today becomes tomorrow's starting point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943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organization brings </a:t>
            </a:r>
            <a:r>
              <a:rPr lang="en-US" sz="1600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to the designer.</a:t>
            </a:r>
            <a:endParaRPr lang="en-US" sz="1600" dirty="0"/>
          </a:p>
        </p:txBody>
      </p:sp>
      <p:sp>
        <p:nvSpPr>
          <p:cNvPr id="22" name="Text 0"/>
          <p:cNvSpPr/>
          <p:nvPr/>
        </p:nvSpPr>
        <p:spPr>
          <a:xfrm>
            <a:off x="822960" y="687577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DAY IN THE LIFE — 2032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"Have we solved this </a:t>
            </a:r>
            <a:r>
              <a:rPr lang="en-US" sz="36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before?"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74920" y="3291840"/>
            <a:ext cx="2011680" cy="1005840"/>
          </a:xfrm>
          <a:prstGeom prst="ellipse">
            <a:avLst/>
          </a:prstGeom>
          <a:solidFill>
            <a:srgbClr val="C8FF1F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7492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74920" y="3794760"/>
            <a:ext cx="0" cy="0"/>
          </a:xfrm>
          <a:prstGeom prst="line">
            <a:avLst/>
          </a:prstGeom>
          <a:noFill/>
          <a:ln w="10160">
            <a:solidFill>
              <a:srgbClr val="C8FF1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0" y="2350008"/>
            <a:ext cx="1920240" cy="512064"/>
          </a:xfrm>
          <a:prstGeom prst="roundRect">
            <a:avLst>
              <a:gd name="adj" fmla="val 16071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235000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4920" y="3794760"/>
            <a:ext cx="0" cy="0"/>
          </a:xfrm>
          <a:prstGeom prst="line">
            <a:avLst/>
          </a:prstGeom>
          <a:noFill/>
          <a:ln w="10160">
            <a:solidFill>
              <a:srgbClr val="C8FF1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28800" y="3127248"/>
            <a:ext cx="1920240" cy="512064"/>
          </a:xfrm>
          <a:prstGeom prst="roundRect">
            <a:avLst>
              <a:gd name="adj" fmla="val 16071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0" y="312724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4920" y="3794760"/>
            <a:ext cx="0" cy="365760"/>
          </a:xfrm>
          <a:prstGeom prst="line">
            <a:avLst/>
          </a:prstGeom>
          <a:noFill/>
          <a:ln w="10160">
            <a:solidFill>
              <a:srgbClr val="C8FF1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28800" y="3904488"/>
            <a:ext cx="1920240" cy="512064"/>
          </a:xfrm>
          <a:prstGeom prst="roundRect">
            <a:avLst>
              <a:gd name="adj" fmla="val 16071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8800" y="39044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3794760"/>
            <a:ext cx="0" cy="1143000"/>
          </a:xfrm>
          <a:prstGeom prst="line">
            <a:avLst/>
          </a:prstGeom>
          <a:noFill/>
          <a:ln w="10160">
            <a:solidFill>
              <a:srgbClr val="C8FF1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28800" y="4681728"/>
            <a:ext cx="1920240" cy="512064"/>
          </a:xfrm>
          <a:prstGeom prst="roundRect">
            <a:avLst>
              <a:gd name="adj" fmla="val 16071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0" y="468172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86600" y="3794760"/>
            <a:ext cx="2286000" cy="0"/>
          </a:xfrm>
          <a:prstGeom prst="line">
            <a:avLst/>
          </a:prstGeom>
          <a:noFill/>
          <a:ln w="10160">
            <a:solidFill>
              <a:srgbClr val="C8FF1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12480" y="2350008"/>
            <a:ext cx="1920240" cy="512064"/>
          </a:xfrm>
          <a:prstGeom prst="roundRect">
            <a:avLst>
              <a:gd name="adj" fmla="val 16071"/>
            </a:avLst>
          </a:prstGeom>
          <a:solidFill>
            <a:srgbClr val="191D0A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0" y="235000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Agent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86600" y="3794760"/>
            <a:ext cx="2286000" cy="0"/>
          </a:xfrm>
          <a:prstGeom prst="line">
            <a:avLst/>
          </a:prstGeom>
          <a:noFill/>
          <a:ln w="10160">
            <a:solidFill>
              <a:srgbClr val="C8FF1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12480" y="3127248"/>
            <a:ext cx="1920240" cy="512064"/>
          </a:xfrm>
          <a:prstGeom prst="roundRect">
            <a:avLst>
              <a:gd name="adj" fmla="val 16071"/>
            </a:avLst>
          </a:prstGeom>
          <a:solidFill>
            <a:srgbClr val="191D0A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12480" y="312724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Agent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86600" y="3794760"/>
            <a:ext cx="2286000" cy="365760"/>
          </a:xfrm>
          <a:prstGeom prst="line">
            <a:avLst/>
          </a:prstGeom>
          <a:noFill/>
          <a:ln w="10160">
            <a:solidFill>
              <a:srgbClr val="C8FF1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412480" y="3904488"/>
            <a:ext cx="1920240" cy="512064"/>
          </a:xfrm>
          <a:prstGeom prst="roundRect">
            <a:avLst>
              <a:gd name="adj" fmla="val 16071"/>
            </a:avLst>
          </a:prstGeom>
          <a:solidFill>
            <a:srgbClr val="191D0A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12480" y="39044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Agent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86600" y="3794760"/>
            <a:ext cx="2286000" cy="1143000"/>
          </a:xfrm>
          <a:prstGeom prst="line">
            <a:avLst/>
          </a:prstGeom>
          <a:noFill/>
          <a:ln w="10160">
            <a:solidFill>
              <a:srgbClr val="C8FF1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12480" y="4681728"/>
            <a:ext cx="1920240" cy="512064"/>
          </a:xfrm>
          <a:prstGeom prst="roundRect">
            <a:avLst>
              <a:gd name="adj" fmla="val 16071"/>
            </a:avLst>
          </a:prstGeom>
          <a:solidFill>
            <a:srgbClr val="191D0A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12480" y="468172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Agent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828800" y="2148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PARTICIPANTS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2148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 PARTICIPANTS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" y="5943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already has the information. The review becomes </a:t>
            </a:r>
            <a:r>
              <a:rPr lang="en-US" sz="1600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judgment, taste, and vision.</a:t>
            </a:r>
            <a:endParaRPr lang="en-US" sz="1600" dirty="0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7D9A32D8-1E3F-FA64-5E6C-1C043767E47F}"/>
              </a:ext>
            </a:extLst>
          </p:cNvPr>
          <p:cNvSpPr/>
          <p:nvPr/>
        </p:nvSpPr>
        <p:spPr>
          <a:xfrm>
            <a:off x="822960" y="687577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DAY IN THE LIFE — 2032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10972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Sharper decisions at the </a:t>
            </a:r>
            <a:r>
              <a:rPr lang="en-US" sz="38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3456432" cy="1097280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6424" y="3044952"/>
            <a:ext cx="164592" cy="164592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63040" y="290779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scenario generation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43984" y="2743200"/>
            <a:ext cx="3456432" cy="1097280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27448" y="3044952"/>
            <a:ext cx="164592" cy="164592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84064" y="290779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before / after comparisons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65008" y="2743200"/>
            <a:ext cx="3456432" cy="1097280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348472" y="3044952"/>
            <a:ext cx="164592" cy="164592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05088" y="290779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Clearer architecture &amp; rationale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3456432" cy="1097280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06424" y="4325112"/>
            <a:ext cx="164592" cy="164592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63040" y="418795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customer storytelling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43984" y="4023360"/>
            <a:ext cx="3456432" cy="1097280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27448" y="4325112"/>
            <a:ext cx="164592" cy="164592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84064" y="418795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business cases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65008" y="4023360"/>
            <a:ext cx="3456432" cy="1097280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48472" y="4325112"/>
            <a:ext cx="164592" cy="164592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705088" y="418795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GPC2 storytelling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B8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rationale is preserved — every review starts from the last one, not from zero.</a:t>
            </a:r>
            <a:endParaRPr lang="en-US" sz="1600" dirty="0"/>
          </a:p>
        </p:txBody>
      </p:sp>
      <p:sp>
        <p:nvSpPr>
          <p:cNvPr id="35" name="Text 0"/>
          <p:cNvSpPr/>
          <p:nvPr/>
        </p:nvSpPr>
        <p:spPr>
          <a:xfrm>
            <a:off x="822960" y="68757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 EXECUTIVE REVIEWS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1097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continuous </a:t>
            </a:r>
            <a:r>
              <a:rPr lang="en-US" sz="38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engine.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874520" y="2423160"/>
            <a:ext cx="3566160" cy="3566160"/>
          </a:xfrm>
          <a:prstGeom prst="ellipse">
            <a:avLst/>
          </a:prstGeom>
          <a:ln w="254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88920" y="3703320"/>
            <a:ext cx="1737360" cy="1005840"/>
          </a:xfrm>
          <a:prstGeom prst="ellipse">
            <a:avLst/>
          </a:prstGeom>
          <a:solidFill>
            <a:srgbClr val="191D0A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88920" y="37033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15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5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57800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4846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377440" y="2011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kern="0" spc="14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&amp; SHARE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61539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kern="0" spc="14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&amp; RETURN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15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&amp; SHARE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7432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Vizcom &amp; Runway training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Champions Network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Best-practice sharing across studios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use-case reviews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4434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15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&amp; RETURN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48463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emerging AI tools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Engaging partners &amp; startups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AI &amp; design conferences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external insight back in</a:t>
            </a:r>
            <a:endParaRPr lang="en-US" sz="1300" dirty="0"/>
          </a:p>
        </p:txBody>
      </p:sp>
      <p:sp>
        <p:nvSpPr>
          <p:cNvPr id="16" name="Text 0"/>
          <p:cNvSpPr/>
          <p:nvPr/>
        </p:nvSpPr>
        <p:spPr>
          <a:xfrm>
            <a:off x="822960" y="6858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ENGINE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DESIGN INTELLIGENCE NETWORK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that </a:t>
            </a:r>
            <a:r>
              <a:rPr lang="en-US" sz="36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together.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sz="1500" b="1">
                <a:solidFill>
                  <a:srgbClr val="F4F1E8"/>
                </a:solidFill>
                <a:latin typeface="Arial"/>
              </a:rPr>
              <a:t>Regional AI Champions</a:t>
            </a:r>
            <a:endParaRPr lang="en-US" sz="1500" dirty="0"/>
          </a:p>
          <a:p>
            <a:pPr>
              <a:spcAft>
                <a:spcPts val="1200"/>
              </a:spcAft>
            </a:pPr>
            <a:r>
              <a:rPr sz="1050" b="0">
                <a:solidFill>
                  <a:srgbClr val="8A8A86"/>
                </a:solidFill>
                <a:latin typeface="Arial"/>
              </a:rPr>
              <a:t>drive adoption inside every studio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F4F1E8"/>
                </a:solidFill>
                <a:latin typeface="Arial"/>
              </a:rPr>
              <a:t>AI Ambassadors</a:t>
            </a:r>
          </a:p>
          <a:p>
            <a:pPr>
              <a:spcAft>
                <a:spcPts val="1200"/>
              </a:spcAft>
            </a:pPr>
            <a:r>
              <a:rPr sz="1050" b="0">
                <a:solidFill>
                  <a:srgbClr val="8A8A86"/>
                </a:solidFill>
                <a:latin typeface="Arial"/>
              </a:rPr>
              <a:t>carry working practice across teams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F4F1E8"/>
                </a:solidFill>
                <a:latin typeface="Arial"/>
              </a:rPr>
              <a:t>Knowledge Stewards</a:t>
            </a:r>
          </a:p>
          <a:p>
            <a:pPr>
              <a:spcAft>
                <a:spcPts val="1200"/>
              </a:spcAft>
            </a:pPr>
            <a:r>
              <a:rPr sz="1050" b="0">
                <a:solidFill>
                  <a:srgbClr val="8A8A86"/>
                </a:solidFill>
                <a:latin typeface="Arial"/>
              </a:rPr>
              <a:t>curate what the network learns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F4F1E8"/>
                </a:solidFill>
                <a:latin typeface="Arial"/>
              </a:rPr>
              <a:t>Technology Scouts</a:t>
            </a:r>
          </a:p>
          <a:p>
            <a:pPr>
              <a:spcAft>
                <a:spcPts val="1200"/>
              </a:spcAft>
            </a:pPr>
            <a:r>
              <a:rPr sz="1050" b="0">
                <a:solidFill>
                  <a:srgbClr val="8A8A86"/>
                </a:solidFill>
                <a:latin typeface="Arial"/>
              </a:rPr>
              <a:t>scan the external frontier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F4F1E8"/>
                </a:solidFill>
                <a:latin typeface="Arial"/>
              </a:rPr>
              <a:t>Shared Intelligence</a:t>
            </a:r>
          </a:p>
          <a:p>
            <a:pPr>
              <a:spcAft>
                <a:spcPts val="1200"/>
              </a:spcAft>
            </a:pPr>
            <a:r>
              <a:rPr sz="1050" b="0">
                <a:solidFill>
                  <a:srgbClr val="8A8A86"/>
                </a:solidFill>
                <a:latin typeface="Arial"/>
              </a:rPr>
              <a:t>one network, one memory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8595360" y="2194560"/>
            <a:ext cx="0" cy="1828800"/>
          </a:xfrm>
          <a:prstGeom prst="line">
            <a:avLst/>
          </a:prstGeom>
          <a:ln w="9525">
            <a:solidFill>
              <a:srgbClr val="C8FF1F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595360" y="3108960"/>
            <a:ext cx="2139696" cy="914400"/>
          </a:xfrm>
          <a:prstGeom prst="line">
            <a:avLst/>
          </a:prstGeom>
          <a:ln w="9525">
            <a:solidFill>
              <a:srgbClr val="C8FF1F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595360" y="4023360"/>
            <a:ext cx="2139696" cy="914400"/>
          </a:xfrm>
          <a:prstGeom prst="line">
            <a:avLst/>
          </a:prstGeom>
          <a:ln w="9525">
            <a:solidFill>
              <a:srgbClr val="C8FF1F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95360" y="4023360"/>
            <a:ext cx="0" cy="1828800"/>
          </a:xfrm>
          <a:prstGeom prst="line">
            <a:avLst/>
          </a:prstGeom>
          <a:ln w="9525">
            <a:solidFill>
              <a:srgbClr val="C8FF1F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6455664" y="4023360"/>
            <a:ext cx="2139696" cy="914400"/>
          </a:xfrm>
          <a:prstGeom prst="line">
            <a:avLst/>
          </a:prstGeom>
          <a:ln w="9525">
            <a:solidFill>
              <a:srgbClr val="C8FF1F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6455664" y="3108960"/>
            <a:ext cx="2139696" cy="914400"/>
          </a:xfrm>
          <a:prstGeom prst="line">
            <a:avLst/>
          </a:prstGeom>
          <a:ln w="9525">
            <a:solidFill>
              <a:srgbClr val="C8FF1F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595360" y="2194560"/>
            <a:ext cx="2139696" cy="914400"/>
          </a:xfrm>
          <a:prstGeom prst="line">
            <a:avLst/>
          </a:prstGeom>
          <a:ln w="10160">
            <a:solidFill>
              <a:srgbClr val="C8FF1F">
                <a:alpha val="45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735056" y="3108960"/>
            <a:ext cx="0" cy="1828800"/>
          </a:xfrm>
          <a:prstGeom prst="line">
            <a:avLst/>
          </a:prstGeom>
          <a:ln w="10160">
            <a:solidFill>
              <a:srgbClr val="C8FF1F">
                <a:alpha val="45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8595360" y="4937760"/>
            <a:ext cx="2139696" cy="914400"/>
          </a:xfrm>
          <a:prstGeom prst="line">
            <a:avLst/>
          </a:prstGeom>
          <a:ln w="10160">
            <a:solidFill>
              <a:srgbClr val="C8FF1F">
                <a:alpha val="45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6455664" y="4937760"/>
            <a:ext cx="2139696" cy="914400"/>
          </a:xfrm>
          <a:prstGeom prst="line">
            <a:avLst/>
          </a:prstGeom>
          <a:ln w="10160">
            <a:solidFill>
              <a:srgbClr val="C8FF1F">
                <a:alpha val="45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455664" y="3108960"/>
            <a:ext cx="0" cy="1828800"/>
          </a:xfrm>
          <a:prstGeom prst="line">
            <a:avLst/>
          </a:prstGeom>
          <a:ln w="10160">
            <a:solidFill>
              <a:srgbClr val="C8FF1F">
                <a:alpha val="45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455664" y="2194560"/>
            <a:ext cx="2139696" cy="914400"/>
          </a:xfrm>
          <a:prstGeom prst="line">
            <a:avLst/>
          </a:prstGeom>
          <a:ln w="10160">
            <a:solidFill>
              <a:srgbClr val="C8FF1F">
                <a:alpha val="45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hape 24"/>
          <p:cNvSpPr/>
          <p:nvPr/>
        </p:nvSpPr>
        <p:spPr>
          <a:xfrm>
            <a:off x="8092440" y="3520440"/>
            <a:ext cx="1005840" cy="1005840"/>
          </a:xfrm>
          <a:prstGeom prst="ellipse">
            <a:avLst/>
          </a:prstGeom>
          <a:solidFill>
            <a:srgbClr val="C8FF1F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92440" y="3520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494776" y="2093976"/>
            <a:ext cx="201168" cy="201168"/>
          </a:xfrm>
          <a:prstGeom prst="ellipse">
            <a:avLst/>
          </a:prstGeom>
          <a:solidFill>
            <a:srgbClr val="C8FF1F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8952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632889" y="3008376"/>
            <a:ext cx="201168" cy="201168"/>
          </a:xfrm>
          <a:prstGeom prst="ellipse">
            <a:avLst/>
          </a:prstGeom>
          <a:solidFill>
            <a:srgbClr val="C8FF1F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727633" y="2724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632889" y="4837176"/>
            <a:ext cx="201168" cy="201168"/>
          </a:xfrm>
          <a:prstGeom prst="ellipse">
            <a:avLst/>
          </a:prstGeom>
          <a:solidFill>
            <a:srgbClr val="C8FF1F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727633" y="5084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494776" y="5751576"/>
            <a:ext cx="201168" cy="201168"/>
          </a:xfrm>
          <a:prstGeom prst="ellipse">
            <a:avLst/>
          </a:prstGeom>
          <a:solidFill>
            <a:srgbClr val="C8FF1F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589520" y="5998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56663" y="4837176"/>
            <a:ext cx="201168" cy="201168"/>
          </a:xfrm>
          <a:prstGeom prst="ellipse">
            <a:avLst/>
          </a:prstGeom>
          <a:solidFill>
            <a:srgbClr val="C8FF1F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51407" y="5084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56663" y="3008376"/>
            <a:ext cx="201168" cy="201168"/>
          </a:xfrm>
          <a:prstGeom prst="ellipse">
            <a:avLst/>
          </a:prstGeom>
          <a:solidFill>
            <a:srgbClr val="C8FF1F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51407" y="2724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</a:t>
            </a:r>
            <a:endParaRPr lang="en-US" sz="1050" dirty="0"/>
          </a:p>
        </p:txBody>
      </p:sp>
      <p:sp>
        <p:nvSpPr>
          <p:cNvPr id="52" name="TextBox 51"/>
          <p:cNvSpPr txBox="1"/>
          <p:nvPr/>
        </p:nvSpPr>
        <p:spPr>
          <a:xfrm>
            <a:off x="5449824" y="6437376"/>
            <a:ext cx="588873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50" b="0" i="1">
                <a:solidFill>
                  <a:srgbClr val="8A8A86"/>
                </a:solidFill>
                <a:latin typeface="Arial"/>
              </a:rPr>
              <a:t>Connected by knowledge flows — not reporting lines.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1097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38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smarter, faster</a:t>
            </a:r>
            <a:r>
              <a:rPr lang="en-US" sz="38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organization.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4846320" cy="3200400"/>
          </a:xfrm>
          <a:prstGeom prst="roundRect">
            <a:avLst>
              <a:gd name="adj" fmla="val 2571"/>
            </a:avLst>
          </a:prstGeom>
          <a:solidFill>
            <a:srgbClr val="0E0E12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8684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work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rationale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expertise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handoffs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decisions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8684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surprises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15000" y="37490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92240" y="2514600"/>
            <a:ext cx="4846320" cy="3200400"/>
          </a:xfrm>
          <a:prstGeom prst="roundRect">
            <a:avLst>
              <a:gd name="adj" fmla="val 2571"/>
            </a:avLst>
          </a:prstGeom>
          <a:solidFill>
            <a:srgbClr val="121216"/>
          </a:solidFill>
          <a:ln w="12700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66560" y="2743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48856" y="3236976"/>
            <a:ext cx="109728" cy="109728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14032" y="31638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judgment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48856" y="3621024"/>
            <a:ext cx="109728" cy="109728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14032" y="35478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expertise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48856" y="4005072"/>
            <a:ext cx="109728" cy="109728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14032" y="39319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development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48856" y="4389120"/>
            <a:ext cx="109728" cy="109728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14032" y="43159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risk visibility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48856" y="4773168"/>
            <a:ext cx="109728" cy="109728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14032" y="470001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decisions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48856" y="5157216"/>
            <a:ext cx="109728" cy="109728"/>
          </a:xfrm>
          <a:prstGeom prst="ellipse">
            <a:avLst/>
          </a:prstGeom>
          <a:solidFill>
            <a:srgbClr val="C8FF1F"/>
          </a:solidFill>
          <a:ln w="9525">
            <a:solidFill>
              <a:srgbClr val="C8F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14032" y="508406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handoffs</a:t>
            </a:r>
            <a:endParaRPr lang="en-US" sz="1500" dirty="0"/>
          </a:p>
        </p:txBody>
      </p:sp>
      <p:sp>
        <p:nvSpPr>
          <p:cNvPr id="23" name="Text 0"/>
          <p:cNvSpPr/>
          <p:nvPr/>
        </p:nvSpPr>
        <p:spPr>
          <a:xfrm>
            <a:off x="822960" y="6949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60" dirty="0">
                <a:solidFill>
                  <a:srgbClr val="C8F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SUCCESS LOOKS LIKE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not the destination.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29260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faster, smarter, globally connected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i="1" dirty="0">
                <a:solidFill>
                  <a:srgbClr val="C8F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organization is.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60" dirty="0">
                <a:solidFill>
                  <a:srgbClr val="555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COMPETING THROUGH SPEED · LEARNING · COLLABORATION · BETTER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250">
                <a:solidFill>
                  <a:srgbClr val="C8FF1F"/>
                </a:solidFill>
                <a:latin typeface="Courier New"/>
              </a:rPr>
              <a:t>DESIGN WITHIN THE STELLANTIS AI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 i="0">
                <a:solidFill>
                  <a:srgbClr val="F4F1E8"/>
                </a:solidFill>
                <a:latin typeface="Arial"/>
              </a:rPr>
              <a:t>Design is </a:t>
            </a:r>
            <a:r>
              <a:rPr sz="3000" b="1" i="0">
                <a:solidFill>
                  <a:srgbClr val="C8FF1F"/>
                </a:solidFill>
                <a:latin typeface="Arial"/>
              </a:rPr>
              <a:t>native</a:t>
            </a:r>
            <a:r>
              <a:rPr sz="3000" b="1" i="0">
                <a:solidFill>
                  <a:srgbClr val="F4F1E8"/>
                </a:solidFill>
                <a:latin typeface="Arial"/>
              </a:rPr>
              <a:t> to the enterprise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93392"/>
            <a:ext cx="31089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850" b="0" i="0" spc="80">
                <a:solidFill>
                  <a:srgbClr val="86847B"/>
                </a:solidFill>
                <a:latin typeface="Courier New"/>
              </a:rPr>
              <a:t>STELLANTIS ENTERPRISE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3320" y="1993392"/>
            <a:ext cx="31089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850" b="0" i="0" spc="80">
                <a:solidFill>
                  <a:srgbClr val="C8FF1F"/>
                </a:solidFill>
                <a:latin typeface="Courier New"/>
              </a:rPr>
              <a:t>PRODUCT DESIGN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1993392"/>
            <a:ext cx="35661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850" b="0" i="0" spc="80">
                <a:solidFill>
                  <a:srgbClr val="86847B"/>
                </a:solidFill>
                <a:latin typeface="Courier New"/>
              </a:rPr>
              <a:t>DESIGN DATA PRODUCTS ·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2286000" cy="585216"/>
          </a:xfrm>
          <a:prstGeom prst="roundRect">
            <a:avLst>
              <a:gd name="adj" fmla="val 7500"/>
            </a:avLst>
          </a:prstGeom>
          <a:solidFill>
            <a:srgbClr val="0E0E12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1956816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86847B"/>
                </a:solidFill>
                <a:latin typeface="Arial"/>
              </a:rPr>
              <a:t>Business Users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2624327"/>
            <a:ext cx="411479" cy="0"/>
          </a:xfrm>
          <a:prstGeom prst="line">
            <a:avLst/>
          </a:prstGeom>
          <a:ln w="12700">
            <a:solidFill>
              <a:srgbClr val="C8FF1F">
                <a:alpha val="45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03320" y="2331720"/>
            <a:ext cx="3246120" cy="585216"/>
          </a:xfrm>
          <a:prstGeom prst="roundRect">
            <a:avLst>
              <a:gd name="adj" fmla="val 7500"/>
            </a:avLst>
          </a:prstGeom>
          <a:solidFill>
            <a:srgbClr val="191D0A"/>
          </a:solidFill>
          <a:ln w="12700">
            <a:solidFill>
              <a:srgbClr val="C8F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7" y="2331720"/>
            <a:ext cx="288036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F4F1E8"/>
                </a:solidFill>
                <a:latin typeface="Arial"/>
              </a:rPr>
              <a:t>Business Users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2935224"/>
            <a:ext cx="0" cy="164592"/>
          </a:xfrm>
          <a:prstGeom prst="line">
            <a:avLst/>
          </a:prstGeom>
          <a:ln w="11430">
            <a:solidFill>
              <a:srgbClr val="2A2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26379" y="2935224"/>
            <a:ext cx="0" cy="164592"/>
          </a:xfrm>
          <a:prstGeom prst="line">
            <a:avLst/>
          </a:prstGeom>
          <a:ln w="12700">
            <a:solidFill>
              <a:srgbClr val="C8FF1F">
                <a:alpha val="60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26679" y="2331720"/>
            <a:ext cx="3520440" cy="585216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18703" y="2578608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2331720"/>
            <a:ext cx="29718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F4F1E8"/>
                </a:solidFill>
                <a:latin typeface="Arial"/>
              </a:rPr>
              <a:t>Customer Clinics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118103"/>
            <a:ext cx="2286000" cy="585216"/>
          </a:xfrm>
          <a:prstGeom prst="roundRect">
            <a:avLst>
              <a:gd name="adj" fmla="val 7500"/>
            </a:avLst>
          </a:prstGeom>
          <a:solidFill>
            <a:srgbClr val="0E0E12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118103"/>
            <a:ext cx="1956816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86847B"/>
                </a:solidFill>
                <a:latin typeface="Arial"/>
              </a:rPr>
              <a:t>AI Agents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0400" y="3410711"/>
            <a:ext cx="411479" cy="0"/>
          </a:xfrm>
          <a:prstGeom prst="line">
            <a:avLst/>
          </a:prstGeom>
          <a:ln w="12700">
            <a:solidFill>
              <a:srgbClr val="C8FF1F">
                <a:alpha val="45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703320" y="3118103"/>
            <a:ext cx="3246120" cy="585216"/>
          </a:xfrm>
          <a:prstGeom prst="roundRect">
            <a:avLst>
              <a:gd name="adj" fmla="val 7500"/>
            </a:avLst>
          </a:prstGeom>
          <a:solidFill>
            <a:srgbClr val="191D0A"/>
          </a:solidFill>
          <a:ln w="12700">
            <a:solidFill>
              <a:srgbClr val="C8F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4487" y="3118103"/>
            <a:ext cx="288036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F4F1E8"/>
                </a:solidFill>
                <a:latin typeface="Arial"/>
              </a:rPr>
              <a:t>Design Agents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65960" y="3721607"/>
            <a:ext cx="0" cy="164593"/>
          </a:xfrm>
          <a:prstGeom prst="line">
            <a:avLst/>
          </a:prstGeom>
          <a:ln w="11430">
            <a:solidFill>
              <a:srgbClr val="2A2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26379" y="3721607"/>
            <a:ext cx="0" cy="164593"/>
          </a:xfrm>
          <a:prstGeom prst="line">
            <a:avLst/>
          </a:prstGeom>
          <a:ln w="12700">
            <a:solidFill>
              <a:srgbClr val="C8FF1F">
                <a:alpha val="60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26679" y="3118103"/>
            <a:ext cx="3520440" cy="585216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18703" y="3364991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7304" y="3118103"/>
            <a:ext cx="29718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F4F1E8"/>
                </a:solidFill>
                <a:latin typeface="Arial"/>
              </a:rPr>
              <a:t>Design Reviews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904487"/>
            <a:ext cx="2286000" cy="585216"/>
          </a:xfrm>
          <a:prstGeom prst="roundRect">
            <a:avLst>
              <a:gd name="adj" fmla="val 7500"/>
            </a:avLst>
          </a:prstGeom>
          <a:solidFill>
            <a:srgbClr val="0E0E12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904487"/>
            <a:ext cx="1956816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86847B"/>
                </a:solidFill>
                <a:latin typeface="Arial"/>
              </a:rPr>
              <a:t>Semantic Layer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00400" y="4197096"/>
            <a:ext cx="411479" cy="0"/>
          </a:xfrm>
          <a:prstGeom prst="line">
            <a:avLst/>
          </a:prstGeom>
          <a:ln w="12700">
            <a:solidFill>
              <a:srgbClr val="C8FF1F">
                <a:alpha val="45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703320" y="3904487"/>
            <a:ext cx="3246120" cy="585216"/>
          </a:xfrm>
          <a:prstGeom prst="roundRect">
            <a:avLst>
              <a:gd name="adj" fmla="val 7500"/>
            </a:avLst>
          </a:prstGeom>
          <a:solidFill>
            <a:srgbClr val="191D0A"/>
          </a:solidFill>
          <a:ln w="12700">
            <a:solidFill>
              <a:srgbClr val="C8F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04487" y="3904487"/>
            <a:ext cx="288036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F4F1E8"/>
                </a:solidFill>
                <a:latin typeface="Arial"/>
              </a:rPr>
              <a:t>Design Semantic Layer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65960" y="4507991"/>
            <a:ext cx="0" cy="164592"/>
          </a:xfrm>
          <a:prstGeom prst="line">
            <a:avLst/>
          </a:prstGeom>
          <a:ln w="11430">
            <a:solidFill>
              <a:srgbClr val="2A2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326379" y="4507991"/>
            <a:ext cx="0" cy="164592"/>
          </a:xfrm>
          <a:prstGeom prst="line">
            <a:avLst/>
          </a:prstGeom>
          <a:ln w="12700">
            <a:solidFill>
              <a:srgbClr val="C8FF1F">
                <a:alpha val="60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726679" y="3904487"/>
            <a:ext cx="3520440" cy="585216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18703" y="4151376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47304" y="3904487"/>
            <a:ext cx="29718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F4F1E8"/>
                </a:solidFill>
                <a:latin typeface="Arial"/>
              </a:rPr>
              <a:t>Benchmark Intelligence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690872"/>
            <a:ext cx="2286000" cy="585216"/>
          </a:xfrm>
          <a:prstGeom prst="roundRect">
            <a:avLst>
              <a:gd name="adj" fmla="val 7500"/>
            </a:avLst>
          </a:prstGeom>
          <a:solidFill>
            <a:srgbClr val="0E0E12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690872"/>
            <a:ext cx="1956816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86847B"/>
                </a:solidFill>
                <a:latin typeface="Arial"/>
              </a:rPr>
              <a:t>Data Products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200400" y="4983480"/>
            <a:ext cx="411479" cy="0"/>
          </a:xfrm>
          <a:prstGeom prst="line">
            <a:avLst/>
          </a:prstGeom>
          <a:ln w="12700">
            <a:solidFill>
              <a:srgbClr val="C8FF1F">
                <a:alpha val="45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703320" y="4690872"/>
            <a:ext cx="3246120" cy="585216"/>
          </a:xfrm>
          <a:prstGeom prst="roundRect">
            <a:avLst>
              <a:gd name="adj" fmla="val 7500"/>
            </a:avLst>
          </a:prstGeom>
          <a:solidFill>
            <a:srgbClr val="191D0A"/>
          </a:solidFill>
          <a:ln w="12700">
            <a:solidFill>
              <a:srgbClr val="C8F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04487" y="4690872"/>
            <a:ext cx="288036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F4F1E8"/>
                </a:solidFill>
                <a:latin typeface="Arial"/>
              </a:rPr>
              <a:t>Design Data Products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965960" y="5294375"/>
            <a:ext cx="0" cy="164593"/>
          </a:xfrm>
          <a:prstGeom prst="line">
            <a:avLst/>
          </a:prstGeom>
          <a:ln w="11430">
            <a:solidFill>
              <a:srgbClr val="2A2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326379" y="5294375"/>
            <a:ext cx="0" cy="164593"/>
          </a:xfrm>
          <a:prstGeom prst="line">
            <a:avLst/>
          </a:prstGeom>
          <a:ln w="12700">
            <a:solidFill>
              <a:srgbClr val="C8FF1F">
                <a:alpha val="60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726679" y="4690872"/>
            <a:ext cx="3520440" cy="585216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18703" y="4937760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47304" y="4690872"/>
            <a:ext cx="29718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F4F1E8"/>
                </a:solidFill>
                <a:latin typeface="Arial"/>
              </a:rPr>
              <a:t>Brand DNA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5477256"/>
            <a:ext cx="2286000" cy="585216"/>
          </a:xfrm>
          <a:prstGeom prst="roundRect">
            <a:avLst>
              <a:gd name="adj" fmla="val 7500"/>
            </a:avLst>
          </a:prstGeom>
          <a:solidFill>
            <a:srgbClr val="0E0E12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477256"/>
            <a:ext cx="1956816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86847B"/>
                </a:solidFill>
                <a:latin typeface="Arial"/>
              </a:rPr>
              <a:t>Enterprise AI Platforms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200400" y="5769864"/>
            <a:ext cx="411479" cy="0"/>
          </a:xfrm>
          <a:prstGeom prst="line">
            <a:avLst/>
          </a:prstGeom>
          <a:ln w="12700">
            <a:solidFill>
              <a:srgbClr val="C8FF1F">
                <a:alpha val="45000"/>
              </a:srgb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3703320" y="5477256"/>
            <a:ext cx="3246120" cy="585216"/>
          </a:xfrm>
          <a:prstGeom prst="roundRect">
            <a:avLst>
              <a:gd name="adj" fmla="val 7500"/>
            </a:avLst>
          </a:prstGeom>
          <a:solidFill>
            <a:srgbClr val="191D0A"/>
          </a:solidFill>
          <a:ln w="12700">
            <a:solidFill>
              <a:srgbClr val="C8F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04487" y="5477256"/>
            <a:ext cx="288036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F4F1E8"/>
                </a:solidFill>
                <a:latin typeface="Arial"/>
              </a:rPr>
              <a:t>GDPA · Enterprise AI Platforms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26679" y="5477256"/>
            <a:ext cx="3520440" cy="585216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18703" y="5724144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47304" y="5477256"/>
            <a:ext cx="29718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F4F1E8"/>
                </a:solidFill>
                <a:latin typeface="Arial"/>
              </a:rPr>
              <a:t>Program Lessons Learned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598663" y="2331720"/>
            <a:ext cx="0" cy="3730752"/>
          </a:xfrm>
          <a:prstGeom prst="line">
            <a:avLst/>
          </a:prstGeom>
          <a:ln w="9525">
            <a:solidFill>
              <a:srgbClr val="C8FF1F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022592" y="4983480"/>
            <a:ext cx="576071" cy="0"/>
          </a:xfrm>
          <a:prstGeom prst="line">
            <a:avLst/>
          </a:prstGeom>
          <a:ln w="12700">
            <a:solidFill>
              <a:srgbClr val="C8FF1F">
                <a:alpha val="45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2960" y="6400800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1">
                <a:solidFill>
                  <a:srgbClr val="8A8A86"/>
                </a:solidFill>
                <a:latin typeface="Arial"/>
              </a:rPr>
              <a:t>Product Design Office contributes </a:t>
            </a:r>
            <a:r>
              <a:rPr sz="1400" b="1" i="1">
                <a:solidFill>
                  <a:srgbClr val="C8FF1F"/>
                </a:solidFill>
                <a:latin typeface="Arial"/>
              </a:rPr>
              <a:t>reusable intelligence assets</a:t>
            </a:r>
            <a:r>
              <a:rPr sz="1400" b="0" i="1">
                <a:solidFill>
                  <a:srgbClr val="8A8A86"/>
                </a:solidFill>
                <a:latin typeface="Arial"/>
              </a:rPr>
              <a:t> to the Stellantis AI ecosystem.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250">
                <a:solidFill>
                  <a:srgbClr val="C8FF1F"/>
                </a:solidFill>
                <a:latin typeface="Courier New"/>
              </a:rPr>
              <a:t>DESIGN IMPACT ON ENTERPRISE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F4F1E8"/>
                </a:solidFill>
                <a:latin typeface="Arial"/>
              </a:rPr>
              <a:t>Design, measured in </a:t>
            </a:r>
            <a:r>
              <a:rPr sz="3400" b="1" i="0">
                <a:solidFill>
                  <a:srgbClr val="C8FF1F"/>
                </a:solidFill>
                <a:latin typeface="Arial"/>
              </a:rPr>
              <a:t>enterprise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66928"/>
            <a:ext cx="1719072" cy="384048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566928"/>
            <a:ext cx="1719072" cy="38404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50" b="0" i="0" spc="80">
                <a:solidFill>
                  <a:srgbClr val="C8FF1F"/>
                </a:solidFill>
                <a:latin typeface="Courier New"/>
              </a:rPr>
              <a:t>ALIGNED WITH VCP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2560320" cy="3127248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957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 spc="80">
                <a:solidFill>
                  <a:srgbClr val="C8FF1F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670048"/>
            <a:ext cx="21579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00"/>
              </a:lnSpc>
            </a:pPr>
            <a:r>
              <a:rPr sz="1500" b="1" i="0">
                <a:solidFill>
                  <a:srgbClr val="F4F1E8"/>
                </a:solidFill>
                <a:latin typeface="Arial"/>
              </a:rPr>
              <a:t>PDP Acceleration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24128" y="3328415"/>
            <a:ext cx="2157983" cy="0"/>
          </a:xfrm>
          <a:prstGeom prst="line">
            <a:avLst/>
          </a:prstGeom>
          <a:ln w="9525">
            <a:solidFill>
              <a:srgbClr val="2A2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033272" y="3602736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529584"/>
            <a:ext cx="1920239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sz="1100" b="1" i="0">
                <a:solidFill>
                  <a:srgbClr val="F4F1E8"/>
                </a:solidFill>
                <a:latin typeface="Arial"/>
              </a:rPr>
              <a:t>Faster decisions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" y="4151376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078224"/>
            <a:ext cx="1920239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sz="1100" b="1" i="0">
                <a:solidFill>
                  <a:srgbClr val="F4F1E8"/>
                </a:solidFill>
                <a:latin typeface="Arial"/>
              </a:rPr>
              <a:t>Reduced rework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2" y="4700016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626864"/>
            <a:ext cx="1920239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sz="1100" b="1" i="0">
                <a:solidFill>
                  <a:srgbClr val="F4F1E8"/>
                </a:solidFill>
                <a:latin typeface="Arial"/>
              </a:rPr>
              <a:t>Improved throughput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5169" y="2212848"/>
            <a:ext cx="2560320" cy="3127248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6337" y="23957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 spc="80">
                <a:solidFill>
                  <a:srgbClr val="C8FF1F"/>
                </a:solidFill>
                <a:latin typeface="Courier New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6337" y="2670048"/>
            <a:ext cx="21579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00"/>
              </a:lnSpc>
            </a:pPr>
            <a:r>
              <a:rPr sz="1500" b="1" i="0">
                <a:solidFill>
                  <a:srgbClr val="F4F1E8"/>
                </a:solidFill>
                <a:latin typeface="Arial"/>
              </a:rPr>
              <a:t>Product Cost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06337" y="3328415"/>
            <a:ext cx="2157984" cy="0"/>
          </a:xfrm>
          <a:prstGeom prst="line">
            <a:avLst/>
          </a:prstGeom>
          <a:ln w="9525">
            <a:solidFill>
              <a:srgbClr val="2A2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715481" y="3602736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2369" y="3529584"/>
            <a:ext cx="1920239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sz="1100" b="1" i="0">
                <a:solidFill>
                  <a:srgbClr val="F4F1E8"/>
                </a:solidFill>
                <a:latin typeface="Arial"/>
              </a:rPr>
              <a:t>Cost-aware design decisions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15481" y="4151376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2369" y="4078224"/>
            <a:ext cx="1920239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sz="1100" b="1" i="0">
                <a:solidFill>
                  <a:srgbClr val="F4F1E8"/>
                </a:solidFill>
                <a:latin typeface="Arial"/>
              </a:rPr>
              <a:t>Benchmark intelligence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15481" y="4700016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2369" y="4626864"/>
            <a:ext cx="1920239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sz="1100" b="1" i="0">
                <a:solidFill>
                  <a:srgbClr val="F4F1E8"/>
                </a:solidFill>
                <a:latin typeface="Arial"/>
              </a:rPr>
              <a:t>Design simplification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7379" y="2212848"/>
            <a:ext cx="2560320" cy="3127248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8547" y="23957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 spc="80">
                <a:solidFill>
                  <a:srgbClr val="C8FF1F"/>
                </a:solidFill>
                <a:latin typeface="Courier New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8547" y="2670048"/>
            <a:ext cx="21579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00"/>
              </a:lnSpc>
            </a:pPr>
            <a:r>
              <a:rPr sz="1500" b="1" i="0">
                <a:solidFill>
                  <a:srgbClr val="F4F1E8"/>
                </a:solidFill>
                <a:latin typeface="Arial"/>
              </a:rPr>
              <a:t>Quality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88547" y="3328415"/>
            <a:ext cx="2157984" cy="0"/>
          </a:xfrm>
          <a:prstGeom prst="line">
            <a:avLst/>
          </a:prstGeom>
          <a:ln w="9525">
            <a:solidFill>
              <a:srgbClr val="2A2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397691" y="3602736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4579" y="3529584"/>
            <a:ext cx="1920239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sz="1100" b="1" i="0">
                <a:solidFill>
                  <a:srgbClr val="F4F1E8"/>
                </a:solidFill>
                <a:latin typeface="Arial"/>
              </a:rPr>
              <a:t>Lessons learned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97691" y="4151376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44579" y="4078224"/>
            <a:ext cx="1920239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sz="1100" b="1" i="0">
                <a:solidFill>
                  <a:srgbClr val="F4F1E8"/>
                </a:solidFill>
                <a:latin typeface="Arial"/>
              </a:rPr>
              <a:t>Design issue traceability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97691" y="4700016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4579" y="4626864"/>
            <a:ext cx="1920239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sz="1100" b="1" i="0">
                <a:solidFill>
                  <a:srgbClr val="F4F1E8"/>
                </a:solidFill>
                <a:latin typeface="Arial"/>
              </a:rPr>
              <a:t>Early risk detection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9588" y="2212848"/>
            <a:ext cx="2560320" cy="3127248"/>
          </a:xfrm>
          <a:prstGeom prst="roundRect">
            <a:avLst>
              <a:gd name="adj" fmla="val 7500"/>
            </a:avLst>
          </a:prstGeom>
          <a:solidFill>
            <a:srgbClr val="121216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0756" y="23957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 spc="80">
                <a:solidFill>
                  <a:srgbClr val="C8FF1F"/>
                </a:solidFill>
                <a:latin typeface="Courier New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756" y="2670048"/>
            <a:ext cx="21579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00"/>
              </a:lnSpc>
            </a:pPr>
            <a:r>
              <a:rPr sz="1500" b="1" i="0">
                <a:solidFill>
                  <a:srgbClr val="F4F1E8"/>
                </a:solidFill>
                <a:latin typeface="Arial"/>
              </a:rPr>
              <a:t>Customer Experience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70756" y="3328415"/>
            <a:ext cx="2157984" cy="0"/>
          </a:xfrm>
          <a:prstGeom prst="line">
            <a:avLst/>
          </a:prstGeom>
          <a:ln w="9525">
            <a:solidFill>
              <a:srgbClr val="2A2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079900" y="3602736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788" y="3529584"/>
            <a:ext cx="1920239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sz="1100" b="1" i="0">
                <a:solidFill>
                  <a:srgbClr val="F4F1E8"/>
                </a:solidFill>
                <a:latin typeface="Arial"/>
              </a:rPr>
              <a:t>Customer insight intelligence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79900" y="4151376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788" y="4078224"/>
            <a:ext cx="1920239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sz="1100" b="1" i="0">
                <a:solidFill>
                  <a:srgbClr val="F4F1E8"/>
                </a:solidFill>
                <a:latin typeface="Arial"/>
              </a:rPr>
              <a:t>Brand differentiation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79900" y="4700016"/>
            <a:ext cx="91440" cy="91440"/>
          </a:xfrm>
          <a:prstGeom prst="rect">
            <a:avLst/>
          </a:prstGeom>
          <a:solidFill>
            <a:srgbClr val="C8F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788" y="4626864"/>
            <a:ext cx="1920239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sz="1100" b="1" i="0">
                <a:solidFill>
                  <a:srgbClr val="F4F1E8"/>
                </a:solidFill>
                <a:latin typeface="Arial"/>
              </a:rPr>
              <a:t>Design desirability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87044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1">
                <a:solidFill>
                  <a:srgbClr val="8A8A86"/>
                </a:solidFill>
                <a:latin typeface="Arial"/>
              </a:rPr>
              <a:t>Product Design Office contributes directly to </a:t>
            </a:r>
            <a:r>
              <a:rPr sz="1400" b="1" i="1">
                <a:solidFill>
                  <a:srgbClr val="C8FF1F"/>
                </a:solidFill>
                <a:latin typeface="Arial"/>
              </a:rPr>
              <a:t>enterprise value creation</a:t>
            </a:r>
            <a:r>
              <a:rPr sz="1400" b="0" i="1">
                <a:solidFill>
                  <a:srgbClr val="8A8A86"/>
                </a:solidFill>
                <a:latin typeface="Arial"/>
              </a:rPr>
              <a:t> through AI-enabled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25ca717-11da-4935-b601-f527b9741f2e}" enabled="1" method="Privileged" siteId="{d852d5cd-724c-4128-8812-ffa5db3f850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2381</Words>
  <Application>Microsoft Office PowerPoint</Application>
  <PresentationFormat>Widescreen</PresentationFormat>
  <Paragraphs>434</Paragraphs>
  <Slides>27</Slides>
  <Notes>27</Notes>
  <HiddenSlides>1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Calibri</vt:lpstr>
      <vt:lpstr>Century Gothic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Amplified — A Faster, Smarter, Globally Connected Design Office</dc:title>
  <dc:subject>PptxGenJS Presentation</dc:subject>
  <dc:creator>Stellantis · Product Design Office</dc:creator>
  <cp:lastModifiedBy>Lou Gasevski</cp:lastModifiedBy>
  <cp:revision>2</cp:revision>
  <dcterms:created xsi:type="dcterms:W3CDTF">2026-06-09T17:21:18Z</dcterms:created>
  <dcterms:modified xsi:type="dcterms:W3CDTF">2026-06-10T20:28:53Z</dcterms:modified>
</cp:coreProperties>
</file>