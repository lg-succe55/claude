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Open with the brand ambition. One sentence on why this vision matters now. Set the tone — design-led, premium, confident.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Three pillars frame the whole story. Keep to one line each. These recur as the spine of the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Land the vision in one quote. The three pillars echo slide 2. Let the supporting visual carry the emotion.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Position the dual nature of the brand — rational engineering credibility meeting emotional design. Walk the board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Define the DNA that every Chrysler shares. Keep principles tight and ownable. The graphic should make the language tangible.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Reveal the full family at once — the scale of the vision. Image placeholders only; no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Concept: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where Chrysler sits and how it stays distinct. Replace BRAND A–D with the relevant Stellantis siblings. Emphasize white space Chrysler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Paint the experience Chrysler will deliver. Six themes — swap ICON boxes for final iconography. Keep words minimal.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breadth of design capability across six domains. The infographic ties them into one system. Replace nodes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Close on three memorable messages that map to the three pillars. End on the hero image and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39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5993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3557016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FULL-WIDTH HERO VEHICLE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83133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cinematic full-bleed key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7498079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77240" y="4709160"/>
            <a:ext cx="182880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627632" y="46451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920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STELLANTIS · CHRYSLER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A1A1C"/>
                </a:solidFill>
                <a:latin typeface="Arial"/>
              </a:rPr>
              <a:t>Chrysler Design 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A4E57"/>
                </a:solidFill>
                <a:latin typeface="Arial"/>
              </a:rPr>
              <a:t>The Future of Chrysler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EXECUTIVE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1C"/>
                </a:solidFill>
                <a:latin typeface="Arial"/>
              </a:rPr>
              <a:t>Why Chrysler?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10817352" cy="10972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4A4E57"/>
                </a:solidFill>
                <a:latin typeface="Arial"/>
              </a:rPr>
              <a:t>[ Executive summary statement — one confident sentence on Chrysler's reason to lead. ]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85800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Premium American Design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0" name="Oval 9"/>
          <p:cNvSpPr/>
          <p:nvPr/>
        </p:nvSpPr>
        <p:spPr>
          <a:xfrm>
            <a:off x="4413504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4672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413504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3504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4" name="Oval 13"/>
          <p:cNvSpPr/>
          <p:nvPr/>
        </p:nvSpPr>
        <p:spPr>
          <a:xfrm>
            <a:off x="8141208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42376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41208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41208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Emotional Simplicity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What is the Vision of Chrysler Design?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852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 i="0">
                <a:solidFill>
                  <a:srgbClr val="C8CCD2"/>
                </a:solidFill>
                <a:latin typeface="Arial"/>
              </a:rPr>
              <a:t>“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C"/>
                </a:solidFill>
                <a:latin typeface="Arial"/>
              </a:rPr>
              <a:t>[ Large vision quote placeholder — a memorable, design-led statement of intent. ]</a:t>
            </a:r>
          </a:p>
        </p:txBody>
      </p:sp>
      <p:sp>
        <p:nvSpPr>
          <p:cNvPr id="5" name="Diamond 4"/>
          <p:cNvSpPr/>
          <p:nvPr/>
        </p:nvSpPr>
        <p:spPr>
          <a:xfrm>
            <a:off x="713232" y="465429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6177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Pillar One  —  [ short descriptor placeholder ]</a:t>
            </a:r>
          </a:p>
        </p:txBody>
      </p:sp>
      <p:sp>
        <p:nvSpPr>
          <p:cNvPr id="7" name="Diamond 6"/>
          <p:cNvSpPr/>
          <p:nvPr/>
        </p:nvSpPr>
        <p:spPr>
          <a:xfrm>
            <a:off x="713232" y="520293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16636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Pillar Two  —  [ short descriptor placeholder ]</a:t>
            </a:r>
          </a:p>
        </p:txBody>
      </p:sp>
      <p:sp>
        <p:nvSpPr>
          <p:cNvPr id="9" name="Diamond 8"/>
          <p:cNvSpPr/>
          <p:nvPr/>
        </p:nvSpPr>
        <p:spPr>
          <a:xfrm>
            <a:off x="713232" y="575157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71500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Pillar Three  —  [ short descriptor placeholder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011680"/>
            <a:ext cx="4645152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58000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858000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503152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24544" y="35478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37198" y="36502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9078163" y="37731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151376"/>
            <a:ext cx="4645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VISUAL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25696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STRATEGIC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Left Brain / Right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4E57"/>
                </a:solidFill>
                <a:latin typeface="Arial"/>
              </a:rPr>
              <a:t>Updated Chrysler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7790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167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7790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167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0952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78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32488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LEFT BRAIN  ·  RATIONAL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722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722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5031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722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1722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5816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942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87352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RIGHT BRAIN  ·  EMOTIONAL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50992" y="4023360"/>
            <a:ext cx="86868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Diamond 33"/>
          <p:cNvSpPr/>
          <p:nvPr/>
        </p:nvSpPr>
        <p:spPr>
          <a:xfrm>
            <a:off x="6021324" y="39593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BRAND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Chrysler Design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5760720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208776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4652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208776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44652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10128" y="34564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2782" y="35588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463747" y="36817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5993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DESIGN-DNA GRAPHIC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201168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01168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21284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 Principles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[ 3–4 principle placeholders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33756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20840" y="333756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53872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Brand Attributes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[ 3–4 attribute placeholders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466344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0840" y="466344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486460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Visual Language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form · proportion · surfacing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Chrysler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39207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62981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39207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62981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401775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14429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555394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Future Pacifica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4134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0413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0413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1040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4814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0413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0413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61040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84814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620109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32763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773728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4134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04134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4134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2468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12246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12246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82873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6648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246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2246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2873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06648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838443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51097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5992062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2468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2468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2468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40802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34080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4080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04707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8481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4080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34080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04707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28481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056777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69431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8210396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40802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40802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40802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59136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955913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55913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126540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0315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55913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5913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126540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50315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275111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387765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>
            <a:off x="10428730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59136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9136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9136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300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[ Executive summary — one sentence on the role this vehicle plays in the vision. ]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Flagship presence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Premium restraint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 statement of intent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300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300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[ Minimal caption placeholder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[ Executive summary — one sentence on the role this vehicle plays in the vision. ]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Electric-first design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Intelligent experience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Future-forward form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Airflow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[ Minimal caption placeholder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 ·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[ Executive summary — one sentence on the role this vehicle plays in the vision. ]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Accessible premium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Confident proportions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Everyday desirability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[ Minimal caption placeholder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 CROSS ·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[ Executive summary — one sentence on the role this vehicle plays in the vision. ]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Versatile premium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Active capability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Elevated presence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[ supporting note placeholder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 CROSS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Cross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[ Minimal caption placeholder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PORTFOLIO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How Chrysler Fits Within Stellantis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Differentiation, not overlap — Chrysler's distinct premium space.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 spc="200">
                <a:solidFill>
                  <a:srgbClr val="FFFFFF"/>
                </a:solidFill>
                <a:latin typeface="Arial"/>
              </a:rPr>
              <a:t>CHRYSLER</a:t>
            </a:r>
          </a:p>
          <a:p>
            <a:pPr algn="ctr"/>
            <a:r>
              <a:rPr sz="1100" b="0" i="0">
                <a:solidFill>
                  <a:srgbClr val="C8CCD2"/>
                </a:solidFill>
                <a:latin typeface="Arial"/>
              </a:rPr>
              <a:t>[ positioning statement 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A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[ adjacent
positioning ]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B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[ adjacent
positioning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C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[ adjacent
positioning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D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[ adjacent
positioning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LOOKING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Customer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Digital Ecosystem</a:t>
            </a:r>
          </a:p>
          <a:p>
            <a:pPr algn="l"/>
            <a:r>
              <a:rPr sz="1000" b="0" i="0">
                <a:solidFill>
                  <a:srgbClr val="868B94"/>
                </a:solidFill>
                <a:latin typeface="Arial"/>
              </a:rPr>
              <a:t>[ note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3504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3544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3544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3544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</a:t>
            </a:r>
          </a:p>
          <a:p>
            <a:pPr algn="l"/>
            <a:r>
              <a:rPr sz="1000" b="0" i="0">
                <a:solidFill>
                  <a:srgbClr val="868B94"/>
                </a:solidFill>
                <a:latin typeface="Arial"/>
              </a:rPr>
              <a:t>[ note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1208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61248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1248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1248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Sustainability</a:t>
            </a:r>
          </a:p>
          <a:p>
            <a:pPr algn="l"/>
            <a:r>
              <a:rPr sz="1000" b="0" i="0">
                <a:solidFill>
                  <a:srgbClr val="868B94"/>
                </a:solidFill>
                <a:latin typeface="Arial"/>
              </a:rPr>
              <a:t>[ note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Luxury</a:t>
            </a:r>
          </a:p>
          <a:p>
            <a:pPr algn="l"/>
            <a:r>
              <a:rPr sz="1000" b="0" i="0">
                <a:solidFill>
                  <a:srgbClr val="868B94"/>
                </a:solidFill>
                <a:latin typeface="Arial"/>
              </a:rPr>
              <a:t>[ note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3504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33544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3544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3544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AI</a:t>
            </a:r>
          </a:p>
          <a:p>
            <a:pPr algn="l"/>
            <a:r>
              <a:rPr sz="1000" b="0" i="0">
                <a:solidFill>
                  <a:srgbClr val="868B94"/>
                </a:solidFill>
                <a:latin typeface="Arial"/>
              </a:rPr>
              <a:t>[ note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41208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61248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61248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1248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Connected Mobility</a:t>
            </a:r>
          </a:p>
          <a:p>
            <a:pPr algn="l"/>
            <a:r>
              <a:rPr sz="1000" b="0" i="0">
                <a:solidFill>
                  <a:srgbClr val="868B94"/>
                </a:solidFill>
                <a:latin typeface="Arial"/>
              </a:rPr>
              <a:t>[ note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Design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0817352" cy="24688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25877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26901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28130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9125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INFOGRAPHIC PLACEHOLDER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6557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innovation framework graphic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Exterior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6792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26792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1384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Interior Design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7784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2376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CMF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8776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04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Lighting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9768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360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05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Digital Experience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076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535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06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AI-enabled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1752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0" y="130759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CLOSING HERO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581912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aspirational closing visual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IN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11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Executive Takeaways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A design-led future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[ executive message placeholder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504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13504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13504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Distinct within Stellantis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[ executive message placeholder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1208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41208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41208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Ready to lead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[ executive message placeholder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