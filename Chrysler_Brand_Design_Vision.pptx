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Open with the brand ambition. One sentence on why this vision matters now. Set the tone — design-led, premium, confident.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Three pillars frame the whole story. Keep to one line each. These recur as the spine of the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Land the vision in one quote. The three pillars echo slide 2. Let the supporting visual carry the emotion.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Position the dual nature of the brand — rational engineering credibility meeting emotional design. Walk the board left to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Define the DNA that every Chrysler shares. Keep principles tight and ownable. The graphic should make the language tangible.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Reveal the full family at once — the scale of the vision. Image placeholders only; no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300 Concept: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300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Cross: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Cross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Show where Chrysler sits and how it stays distinct. Replace BRAND A–D with the relevant Stellantis siblings. Emphasize white space Chrysler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Paint the experience Chrysler will deliver. Six themes — swap ICON boxes for final iconography. Keep words minimal.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Show breadth of design capability across six domains. The infographic ties them into one system. Replace nodes as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Close on three memorable messages that map to the three pillars. End on the hero image and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839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5993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3557016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FULL-WIDTH HERO VEHICLE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383133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cinematic full-bleed key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7498079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77240" y="4709160"/>
            <a:ext cx="182880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627632" y="464515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920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STELLANTIS · CHRYSLER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A1A1C"/>
                </a:solidFill>
                <a:latin typeface="Arial"/>
              </a:rPr>
              <a:t>Chrysler Design 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0807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A4E57"/>
                </a:solidFill>
                <a:latin typeface="Arial"/>
              </a:rPr>
              <a:t>The Future of Chrysler Design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EXECUTIVE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1C"/>
                </a:solidFill>
                <a:latin typeface="Arial"/>
              </a:rPr>
              <a:t>Why Chrysler?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20240"/>
            <a:ext cx="10817352" cy="10972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1">
                <a:solidFill>
                  <a:srgbClr val="4A4E57"/>
                </a:solidFill>
                <a:latin typeface="Arial"/>
              </a:rPr>
              <a:t>Chrysler makes everyday life effortless — design that removes friction and puts people first.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86968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85800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Modern American Design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Optimistic, human, unmistakably Chrysler.</a:t>
            </a:r>
          </a:p>
        </p:txBody>
      </p:sp>
      <p:sp>
        <p:nvSpPr>
          <p:cNvPr id="10" name="Oval 9"/>
          <p:cNvSpPr/>
          <p:nvPr/>
        </p:nvSpPr>
        <p:spPr>
          <a:xfrm>
            <a:off x="4413504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4672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413504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13504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Technology With Purpose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Intelligence that disappears into the experience.</a:t>
            </a:r>
          </a:p>
        </p:txBody>
      </p:sp>
      <p:sp>
        <p:nvSpPr>
          <p:cNvPr id="14" name="Oval 13"/>
          <p:cNvSpPr/>
          <p:nvPr/>
        </p:nvSpPr>
        <p:spPr>
          <a:xfrm>
            <a:off x="8141208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42376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141208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41208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Beautiful Simplicity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Luxury as the absence of friction.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What is the Vision of Chrysler Design?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5852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 i="0">
                <a:solidFill>
                  <a:srgbClr val="C8CCD2"/>
                </a:solidFill>
                <a:latin typeface="Arial"/>
              </a:rPr>
              <a:t>“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A1A1C"/>
                </a:solidFill>
                <a:latin typeface="Arial"/>
              </a:rPr>
              <a:t>Luxury is no longer ornament. It is the removal of friction from everyday life.</a:t>
            </a:r>
          </a:p>
        </p:txBody>
      </p:sp>
      <p:sp>
        <p:nvSpPr>
          <p:cNvPr id="5" name="Diamond 4"/>
          <p:cNvSpPr/>
          <p:nvPr/>
        </p:nvSpPr>
        <p:spPr>
          <a:xfrm>
            <a:off x="713232" y="465429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61772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Innovative Practicality  —  design that solves real life</a:t>
            </a:r>
          </a:p>
        </p:txBody>
      </p:sp>
      <p:sp>
        <p:nvSpPr>
          <p:cNvPr id="7" name="Diamond 6"/>
          <p:cNvSpPr/>
          <p:nvPr/>
        </p:nvSpPr>
        <p:spPr>
          <a:xfrm>
            <a:off x="713232" y="520293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16636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Human-Centered Technology  —  built around people, not features</a:t>
            </a:r>
          </a:p>
        </p:txBody>
      </p:sp>
      <p:sp>
        <p:nvSpPr>
          <p:cNvPr id="9" name="Diamond 8"/>
          <p:cNvSpPr/>
          <p:nvPr/>
        </p:nvSpPr>
        <p:spPr>
          <a:xfrm>
            <a:off x="713232" y="575157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71500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Beautiful Simplicity  —  calm, considered, effortless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011680"/>
            <a:ext cx="4645152" cy="40233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1265408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503152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58000" y="60350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858000" y="57972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1265408" y="60350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1503152" y="57972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924544" y="35478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037198" y="36502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>
            <a:off x="9078163" y="37731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151376"/>
            <a:ext cx="4645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SUPPORTING VISUAL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425696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STRATEGIC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Left Brain / Right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A4E57"/>
                </a:solidFill>
                <a:latin typeface="Arial"/>
              </a:rPr>
              <a:t>Updated Chrysler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5330952" cy="37947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779008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16752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7790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0167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095244" y="35707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07898" y="36731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3248863" y="37960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LEFT BRAIN  ·  RATIONAL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48556"/>
            <a:ext cx="5330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board imagery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2148840"/>
            <a:ext cx="5330952" cy="37947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172200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72200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65408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503152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722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1722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581644" y="35707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94298" y="36731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8735263" y="37960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174236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RIGHT BRAIN  ·  EMOTIONAL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448556"/>
            <a:ext cx="5330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board imagery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50992" y="4023360"/>
            <a:ext cx="86868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Diamond 33"/>
          <p:cNvSpPr/>
          <p:nvPr/>
        </p:nvSpPr>
        <p:spPr>
          <a:xfrm>
            <a:off x="6021324" y="395935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BRAND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Chrysler Design DNA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20240"/>
            <a:ext cx="5760720" cy="40233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920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920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208776" y="1920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46520" y="1920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208776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44652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10128" y="34564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22782" y="35588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463747" y="36817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5993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DESIGN-DNA GRAPHIC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201168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201168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221284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Design Principles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Thoughtful · Logical · Precise · Purposeful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333756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20840" y="333756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353872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Brand Attributes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Confident · Approachable · Effortless · Calm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466344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20840" y="466344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486460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Visual Language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Calm architecture · Warm materials · Human 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LINEUP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Future Chrysler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2392070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629814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392070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629814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401775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14429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1555394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Future Pacifica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04134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904134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04134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610404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848148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904134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904134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610404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848148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620109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32763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3773728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4134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04134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04134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Airflow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2468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122468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122468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6828738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066482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22468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122468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828738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066482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5838443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951097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>
            <a:off x="5992062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22468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2468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2468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Arrow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40802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7340802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340802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9047072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284816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340802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340802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047072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284816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056777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69431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Isosceles Triangle 59"/>
          <p:cNvSpPr/>
          <p:nvPr/>
        </p:nvSpPr>
        <p:spPr>
          <a:xfrm>
            <a:off x="8210396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40802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40802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40802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Arrow Cross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59136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9559136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559136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1265406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503150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559136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9559136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11265406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1503150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275111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387765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Isosceles Triangle 74"/>
          <p:cNvSpPr/>
          <p:nvPr/>
        </p:nvSpPr>
        <p:spPr>
          <a:xfrm>
            <a:off x="10428730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59136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59136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9136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300 Concept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EMOTIONAL HALO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300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The flagship expression of Chrysler design — composed, commanding, never excessive.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Commanding Presence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Architectural proportion, balanced and tailored.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Quiet Power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Confidence expressed through restraint.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Timeless Craftsmanship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Authentic American design, refined.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300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300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An interior sanctuary — crafted, composed, human in scale.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Airflow introduces Chrysler's philosophy: innovative practicality, designed around people.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Spacious &amp; Adaptive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Versatile space for everyday life.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Technology With Purpose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Intelligence that serves, then disappears.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Confident Simplicity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Clean, logical, human-centered form.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Airflow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Designed around people — flexible, calm, effortlessly useful.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CLEVER ACCESSIBILITY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Chrysler's accessible entry — clever, design-led, and attainable from around $24K.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Smart &amp; Simple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Approachable design for the city.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Attainable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Thoughtful style within reach.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Youthful &amp; Modern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Efficient, urban, design-led.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Arrow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Smart, simple, and useful — accessible design done thoughtfully.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PURPOSEFUL VERSATILITY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Arrow Cross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An accessible crossover with purposeful versatility — designed around everyday life.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Flexible &amp; Versatile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Thoughtful packaging for families.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Urban &amp; Useful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Confident, modern, accessible.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Everyday Ready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Simple design that adapts.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ARROW CROSS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Arrow Cross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Versatile and family-friendly — space designed for real life.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PORTFOLIO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How Chrysler Fits Within Stellantis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Differentiation, not overlap — the distinct, human-centered space Chrysler owns.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200400" cy="14630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320040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 spc="200">
                <a:solidFill>
                  <a:srgbClr val="FFFFFF"/>
                </a:solidFill>
                <a:latin typeface="Arial"/>
              </a:rPr>
              <a:t>CHRYSLER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C8CCD2"/>
                </a:solidFill>
                <a:latin typeface="Arial"/>
              </a:rPr>
              <a:t>Innovative practicality
for everyday life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A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1578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1578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B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7356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C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73134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3134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D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LOOKING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Future Customer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Digital Ecosystem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Seamless, connected, personal.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3504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33544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3544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3544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Technology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Purposeful and invisible.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41208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61248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1248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1248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Sustainability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Warm, recycled, responsible materials.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Luxury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Friction removed from daily life.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13504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33544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3544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3544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AI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Adaptive, predictive, human-centered.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41208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61248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61248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1248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Connected Mobility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Effortless, door to destination.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Design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8800"/>
            <a:ext cx="10817352" cy="24688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8288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8288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8288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8288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4297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40599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4297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40599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258775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269016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281306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9125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INFOGRAPHIC PLACEHOLDER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6557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innovation framework graphic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Exterior 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6792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26792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1384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Interior Design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67784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2376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CMF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8776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8776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3368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04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Lighting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9768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4360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05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Digital Experience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0760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90760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5352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06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AI-enabled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01752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30175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0" y="27797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30175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27797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0" y="1307592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CLOSING HERO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581912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aspirational closing visual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918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IN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611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Executive Takeaways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Designed Around People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Luxury is the removal of everyday friction.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3504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13504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13504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Distinct Within Stellantis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Modern American design — human and confident.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41208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141208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141208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Ready to Lead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A clear, design-led vision for Chrysler's future.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