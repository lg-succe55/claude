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Open the keynote: every concept on the CES floor is one portfolio telling one story — the rebirth of Chrysler through technology, simplicity, and attainability. Set an aspirational, confident 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Reveal the full portfolio at once. Emphasize breadth — flagship, family, accessible, electric — all unmistakably Chrysler. Each is expanded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One Portfolio, One Story: deliver one clear idea. Keep the statement short and let the image carry the feeling. This frames the concepts that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Keynote beat 1: 'The Rebirth of Chrysler'. One cinematic idea, one line, one image. Pause here — this is a story moment, not a data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Keynote beat 2: 'Chrysler Is About Technology'. One cinematic idea, one line, one image. Pause here — this is a story moment, not a data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Keynote beat 3: 'Technology Through Simplicity &amp; Affordability'. One cinematic idea, one line, one image. Pause here — this is a story moment, not a data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Keynote beat 4: 'Technology That Removes Complexity'. One cinematic idea, one line, one image. Pause here — this is a story moment, not a data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Why Our Customer Cares: deliver one clear idea. Keep the statement short and let the image carry the feeling. This frames the concepts that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Tie the design narrative to the technology roadmap: the exterior and interior stories are not styling exercises — they visualize where the technology is heading and when. Plot each concept along Today →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300: open the concept. State its role in the portfolio and the keynote beat it carries (Rebirth of Chrysler).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Pinnacle: open the concept. State its role in the portfolio and the keynote beat it carries (Technology through simplicity).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Peak: open the concept. State its role in the portfolio and the keynote beat it carries (Simpler and more attainable).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C2U: open the concept. State its role in the portfolio and the keynote beat it carries (Simplicity &amp; affordability).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C2X: open the concept. State its role in the portfolio and the keynote beat it carries (Simplicity &amp; affordability).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Airflow: open the concept. State its role in the portfolio and the keynote beat it carries (Chrysler is about technology).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839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5993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3557016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FULL-WIDTH HERO — PORTFOLIO KEY VISUAL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383133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all six concepts together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822960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77240" y="4572000"/>
            <a:ext cx="182880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627632" y="450799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· 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07492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A1A1C"/>
                </a:solidFill>
                <a:latin typeface="Arial"/>
              </a:rPr>
              <a:t>Chrysler at 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43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A4E57"/>
                </a:solidFill>
                <a:latin typeface="Arial"/>
              </a:rPr>
              <a:t>Six concepts. One portfolio. One 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 spc="50">
                <a:solidFill>
                  <a:srgbClr val="868B94"/>
                </a:solidFill>
                <a:latin typeface="Arial"/>
              </a:rPr>
              <a:t>Chrysler 300 · Pacifica Pinnacle · Pacifica Grizzly Peak · C2U · C2X · Airflow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One Portfolio at 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Six concepts, designed to complement one another and add up to a single Chrysler story.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810000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047744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810000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47744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110740" y="247345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23394" y="257586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2264359" y="269876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076956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51276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Chrysler 300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13504" y="205740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413504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413504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537704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775448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413504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413504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537704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775448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838444" y="247345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51098" y="257586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>
            <a:off x="5992063" y="269876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3504" y="3076956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3504" y="3351276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3504" y="388620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Pacifica Pinnacle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41208" y="205740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141208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141208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265408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503152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141208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141208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1265408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503152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566148" y="247345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678802" y="257586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9719767" y="269876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41208" y="3076956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1208" y="3351276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41208" y="388620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Pacifica Grizzly Peak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420624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85800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85800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810000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47744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85800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85800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3810000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047744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85800" y="4896612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5170932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603504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C2U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13504" y="420624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4413504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413504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7537704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775448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13504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413504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7537704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775448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413504" y="4896612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13504" y="5170932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13504" y="603504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C2X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41208" y="420624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8141208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141208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11265408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1503152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141208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8141208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11265408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1503152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141208" y="4896612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1208" y="5170932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41208" y="603504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Airflow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686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THROUGH-LINE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C"/>
                </a:solidFill>
                <a:latin typeface="Arial"/>
              </a:rPr>
              <a:t>One Portfolio, One Story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2606040"/>
            <a:ext cx="512064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78892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A4E57"/>
                </a:solidFill>
                <a:latin typeface="Arial"/>
              </a:rPr>
              <a:t>Six concepts that complement one another — together they tell the rebirth of Chrysler through technology.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41605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42702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123944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They share a philosophy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One design language across every concept.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4910328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5020056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87375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They share a purpose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Technology in service of simplicity.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5660136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57698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6235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They share a story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Each advances the same keynote arc.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SUPPORTING IMAGE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52160" y="0"/>
            <a:ext cx="6336792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85216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5216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1208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88952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5216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85216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1208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88952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64524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77178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918143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557016"/>
            <a:ext cx="6336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BEAT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31336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story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031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KEYNOTE · STORY 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514600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The Rebirth of Chrysler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2976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48056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4E57"/>
                </a:solidFill>
                <a:latin typeface="Arial"/>
              </a:rPr>
              <a:t>A confident return — Chrysler reintroduced through design and intent.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52160" y="0"/>
            <a:ext cx="6336792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85216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5216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1208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88952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5216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85216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1208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88952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64524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77178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918143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557016"/>
            <a:ext cx="6336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BEAT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31336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story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031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KEYNOTE · STORY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514600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Chrysler Is About Technology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2976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48056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4E57"/>
                </a:solidFill>
                <a:latin typeface="Arial"/>
              </a:rPr>
              <a:t>Technology is the core of the brand — the engine of everything we show.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52160" y="0"/>
            <a:ext cx="6336792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85216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5216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1208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88952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5216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85216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1208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88952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64524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77178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918143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557016"/>
            <a:ext cx="6336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BEAT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31336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story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031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KEYNOTE · STORY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514600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Technology Through Simplicity &amp; Affordability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2976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48056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4E57"/>
                </a:solidFill>
                <a:latin typeface="Arial"/>
              </a:rPr>
              <a:t>Advanced technology, made simple and attainable — not complex or exclusive.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52160" y="0"/>
            <a:ext cx="6336792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85216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5216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1208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88952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5216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85216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1208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88952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64524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77178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918143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557016"/>
            <a:ext cx="6336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BEAT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31336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story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031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KEYNOTE · STORY 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514600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Technology That Removes Complexity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2976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48056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4E57"/>
                </a:solidFill>
                <a:latin typeface="Arial"/>
              </a:rPr>
              <a:t>Technology lets us remove things from the vehicle — making it simpler, cleaner, and more attainable.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686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C"/>
                </a:solidFill>
                <a:latin typeface="Arial"/>
              </a:rPr>
              <a:t>Why Our Customer Cares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2606040"/>
            <a:ext cx="512064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78892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A4E57"/>
                </a:solidFill>
                <a:latin typeface="Arial"/>
              </a:rPr>
              <a:t>Features only matter when they make life easier — we lead with the benefit, not the technology.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41605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42702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123944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Less to manage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Complexity removed, not added.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4910328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5020056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87375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More attainable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Premium experience, accessible price.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5660136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57698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6235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Designed for real life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Technology that quietly serves people.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SUPPORTING IMAGE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STORY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Concept Story Meets Technology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How the exterior and interior story lines up with the technology roadmap.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330952" cy="1554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779008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16752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35661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33284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779008" y="356616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016752" y="332841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587752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EXTERIOR 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703320"/>
            <a:ext cx="5330952" cy="1554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3703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5800" y="37033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79008" y="3703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16752" y="37033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" y="52578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85800" y="50200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779008" y="52578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016752" y="50200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279392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INTERIOR 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553712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3657600"/>
            <a:ext cx="5102352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6327648" y="3584448"/>
            <a:ext cx="146304" cy="146304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0" y="3063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C"/>
                </a:solidFill>
                <a:latin typeface="Arial"/>
              </a:rPr>
              <a:t>Today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3886200"/>
            <a:ext cx="1280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868B94"/>
                </a:solidFill>
                <a:latin typeface="Arial"/>
              </a:rPr>
              <a:t>[ milestone ]</a:t>
            </a:r>
          </a:p>
        </p:txBody>
      </p:sp>
      <p:sp>
        <p:nvSpPr>
          <p:cNvPr id="31" name="Oval 30"/>
          <p:cNvSpPr/>
          <p:nvPr/>
        </p:nvSpPr>
        <p:spPr>
          <a:xfrm>
            <a:off x="8028432" y="3584448"/>
            <a:ext cx="146304" cy="146304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61504" y="3063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C"/>
                </a:solidFill>
                <a:latin typeface="Arial"/>
              </a:rPr>
              <a:t>Near-Term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3886200"/>
            <a:ext cx="1280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868B94"/>
                </a:solidFill>
                <a:latin typeface="Arial"/>
              </a:rPr>
              <a:t>[ milestone ]</a:t>
            </a:r>
          </a:p>
        </p:txBody>
      </p:sp>
      <p:sp>
        <p:nvSpPr>
          <p:cNvPr id="34" name="Oval 33"/>
          <p:cNvSpPr/>
          <p:nvPr/>
        </p:nvSpPr>
        <p:spPr>
          <a:xfrm>
            <a:off x="9729216" y="3584448"/>
            <a:ext cx="146304" cy="146304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62288" y="3063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C"/>
                </a:solidFill>
                <a:latin typeface="Arial"/>
              </a:rPr>
              <a:t>Mid-Term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3886200"/>
            <a:ext cx="1280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868B94"/>
                </a:solidFill>
                <a:latin typeface="Arial"/>
              </a:rPr>
              <a:t>[ milestone ]</a:t>
            </a:r>
          </a:p>
        </p:txBody>
      </p:sp>
      <p:sp>
        <p:nvSpPr>
          <p:cNvPr id="37" name="Oval 36"/>
          <p:cNvSpPr/>
          <p:nvPr/>
        </p:nvSpPr>
        <p:spPr>
          <a:xfrm>
            <a:off x="11430000" y="3584448"/>
            <a:ext cx="146304" cy="146304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63072" y="3063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C"/>
                </a:solidFill>
                <a:latin typeface="Arial"/>
              </a:rPr>
              <a:t>Vision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3072" y="3886200"/>
            <a:ext cx="1280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868B94"/>
                </a:solidFill>
                <a:latin typeface="Arial"/>
              </a:rPr>
              <a:t>[ milestone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2148840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A4E57"/>
                </a:solidFill>
                <a:latin typeface="Arial"/>
              </a:rPr>
              <a:t>Each concept plots against the roadmap — showing how design intent and technology maturity advance together.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Chrysler 300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flagship halo — the rebirth of Chrysler expressed in one confident, architectural form.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Rebirth of Chrysler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300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Chrysler 300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Commanding, composed proportion — presence without excess.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300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Chrysler 300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300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Chrysler 300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calm, crafted sanctuary — technology that recedes.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300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Chrysler 300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300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Chrysler 300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Pacifica Pinnacle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Effortless family luxury — technology that simplifies every journey.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Technology through simplicity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PINNACLE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Pinnacle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Refined, confident family form — familiar, elevated.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PINNACLE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Pinnacle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PINNACLE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Pinnacle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serene lounge — comfort and control, made simple.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PINNACLE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Pinnacle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PINNACLE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Pacifica Pinnacle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Pacifica Grizzly Peak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Capable family adventure — attainable capability, thoughtfully packaged.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Simpler and more attainable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GRIZZLY PEAK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Grizzly Peak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Rugged, ready stance — capability with restraint.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GRIZZLY PEAK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Grizzly Peak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GRIZZLY PEAK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Grizzly Peak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durable, flexible cabin — built for real life.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GRIZZLY PEAK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Grizzly Peak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GRIZZLY PEAK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Pacifica Grizzly Peak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C2U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[ Concept role placeholder ] — accessible, urban, and design-led.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Simplicity &amp; affordability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C2U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C2U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Compact, confident urban form — approachable design.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C2U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C2U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C2U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C2U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smart, uncluttered cabin — attainable by design.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C2U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C2U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C2U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C2U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C2X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[ Concept role placeholder ] — versatile, attainable, and modern.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Simplicity &amp; affordability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C2X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C2X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Versatile crossover form — capable and clean.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C2X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C2X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C2X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C2X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flexible, thoughtful interior — space made simple.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C2X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C2X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C2X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C2X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Airflow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Chrysler's technology manifesto — intelligence that recedes into the experience.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Chrysler is about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Airflow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Aerodynamic, future-forward silhouette — technology as form.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Airflow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Airflow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An intelligent, connected cabin — calm and effortless.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Airflow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Airflow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